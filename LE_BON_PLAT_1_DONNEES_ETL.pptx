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DONNÉES &amp;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7E4F1"/>
                </a:solidFill>
                <a:latin typeface="Aptos"/>
              </a:defRPr>
            </a:pPr>
            <a:r>
              <a:t>Collecte, stockage &amp; mise à disposition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4F1"/>
                </a:solidFill>
                <a:latin typeface="Aptos"/>
              </a:defRPr>
            </a:pPr>
            <a:r>
              <a:t>Le Bon Plat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Contexte &amp; besoin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Problématique métier: Recommander des catégories de plats aux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Solution: Modèle ML entraîné sur 1 028 commandes historiques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Nécessité d'un socle de données fiable avant d'utiliser 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Collecte multi-sources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8 sources hétérogènes: CSV ventes, CSV concurrents, JSON météo, menus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Automatiser l'extraction par type de source (formats différents)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Tracer les données brutes et les contrôles de collecte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Qualité &amp; préparation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Mesurer la qualité à plusieurs étapes du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Nettoyer et standardiser sans perdre la traçabilité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Construire un dataset final exploitable (1 028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Stockage &amp; gouvernance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Modéliser les données avant de les charger (SQLite)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Séparer données métier, analytique et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Intégrer sécurité, RGPD et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Mise à disposition &amp;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Exposer les données via une API REST (7 endpoints)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Protéger les routes métier avec validation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Documenter l'interface avec schémas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Validation &amp;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Vérifier la qualité du flux complet (1 028 records clean)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Montrer les preuves: 6 catégories, 5 features, 100% valide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Conclure sur la disponibilité des données pour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