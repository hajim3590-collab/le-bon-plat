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9800"/>
                </a:solidFill>
              </a:defRPr>
            </a:pPr>
            <a:r>
              <a:t>LE BON PLAT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DONNÉES &amp; ETL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7AE60"/>
                </a:solidFill>
              </a:defRPr>
            </a:pPr>
            <a:r>
              <a:t>Pipeline de collecte, nettoyage et structuration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800"/>
                </a:solidFill>
              </a:defRPr>
            </a:pPr>
            <a: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C'est Quoi?</a:t>
            </a:r>
          </a:p>
        </p:txBody>
      </p:sp>
      <p:sp>
        <p:nvSpPr>
          <p:cNvPr id="3" name="Trapezoid 2"/>
          <p:cNvSpPr/>
          <p:nvPr/>
        </p:nvSpPr>
        <p:spPr>
          <a:xfrm>
            <a:off x="457200" y="868680"/>
            <a:ext cx="365760" cy="365760"/>
          </a:xfrm>
          <a:prstGeom prst="trapezoid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8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CSV et JSON multiples</a:t>
            </a:r>
          </a:p>
        </p:txBody>
      </p:sp>
      <p:sp>
        <p:nvSpPr>
          <p:cNvPr id="6" name="Trapezoid 5"/>
          <p:cNvSpPr/>
          <p:nvPr/>
        </p:nvSpPr>
        <p:spPr>
          <a:xfrm>
            <a:off x="457200" y="1783080"/>
            <a:ext cx="365760" cy="365760"/>
          </a:xfrm>
          <a:prstGeom prst="trapezoid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Données incohérentes</a:t>
            </a:r>
          </a:p>
        </p:txBody>
      </p:sp>
      <p:sp>
        <p:nvSpPr>
          <p:cNvPr id="9" name="Trapezoid 8"/>
          <p:cNvSpPr/>
          <p:nvPr/>
        </p:nvSpPr>
        <p:spPr>
          <a:xfrm>
            <a:off x="457200" y="2697480"/>
            <a:ext cx="365760" cy="365760"/>
          </a:xfrm>
          <a:prstGeom prst="trapezoid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Traitement automatisé</a:t>
            </a:r>
          </a:p>
        </p:txBody>
      </p:sp>
      <p:sp>
        <p:nvSpPr>
          <p:cNvPr id="12" name="Trapezoid 11"/>
          <p:cNvSpPr/>
          <p:nvPr/>
        </p:nvSpPr>
        <p:spPr>
          <a:xfrm>
            <a:off x="457200" y="3611880"/>
            <a:ext cx="365760" cy="365760"/>
          </a:xfrm>
          <a:prstGeom prst="trapezoid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Résultat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77639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100% exploitable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572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800"/>
                </a:solidFill>
              </a:defRPr>
            </a:pPr>
            <a:r>
              <a:t>02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