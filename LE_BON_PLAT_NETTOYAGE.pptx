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9800"/>
                </a:solidFill>
              </a:defRPr>
            </a:pPr>
            <a:r>
              <a:t>NETTOYAGE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ETL - Transformation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9800"/>
                </a:solidFill>
              </a:defRPr>
            </a:pPr>
            <a:r>
              <a:t>Partie 1.2 : Le Bon Plat - Projet PFE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C'est Quoi le Nettoyage de Données?</a:t>
            </a:r>
          </a:p>
        </p:txBody>
      </p:sp>
      <p:sp>
        <p:nvSpPr>
          <p:cNvPr id="4" name="Trapezoid 3"/>
          <p:cNvSpPr/>
          <p:nvPr/>
        </p:nvSpPr>
        <p:spPr>
          <a:xfrm>
            <a:off x="457200" y="868680"/>
            <a:ext cx="320040" cy="32004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130"/>
                </a:solidFill>
              </a:defRPr>
            </a:pPr>
            <a:r>
              <a:t>Suppression du bruit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Éliminer les erreurs de saisie et les anomalies</a:t>
            </a:r>
          </a:p>
        </p:txBody>
      </p:sp>
      <p:sp>
        <p:nvSpPr>
          <p:cNvPr id="7" name="Trapezoid 6"/>
          <p:cNvSpPr/>
          <p:nvPr/>
        </p:nvSpPr>
        <p:spPr>
          <a:xfrm>
            <a:off x="457200" y="1737360"/>
            <a:ext cx="320040" cy="32004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130"/>
                </a:solidFill>
              </a:defRPr>
            </a:pPr>
            <a:r>
              <a:t>Imputation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Remplir les valeurs manquantes de façon intelligente</a:t>
            </a:r>
          </a:p>
        </p:txBody>
      </p:sp>
      <p:sp>
        <p:nvSpPr>
          <p:cNvPr id="10" name="Trapezoid 9"/>
          <p:cNvSpPr/>
          <p:nvPr/>
        </p:nvSpPr>
        <p:spPr>
          <a:xfrm>
            <a:off x="457200" y="2606040"/>
            <a:ext cx="320040" cy="32004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130"/>
                </a:solidFill>
              </a:defRPr>
            </a:pPr>
            <a:r>
              <a:t>Normalisation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7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Unifier les formats (devises, dates, unités)</a:t>
            </a:r>
          </a:p>
        </p:txBody>
      </p:sp>
      <p:sp>
        <p:nvSpPr>
          <p:cNvPr id="13" name="Trapezoid 12"/>
          <p:cNvSpPr/>
          <p:nvPr/>
        </p:nvSpPr>
        <p:spPr>
          <a:xfrm>
            <a:off x="457200" y="3474720"/>
            <a:ext cx="320040" cy="32004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39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130"/>
                </a:solidFill>
              </a:defRPr>
            </a:pPr>
            <a:r>
              <a:t>Déduplication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5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Supprimer les doublons et les redondances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Problèmes Identifiés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3657600" cy="1371600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130"/>
                </a:solidFill>
              </a:defRPr>
            </a:pPr>
            <a:r>
              <a:t>AVANT</a:t>
            </a:r>
            <a:br/>
            <a:r>
              <a:t>30 lignes</a:t>
            </a:r>
            <a:br/>
            <a:r>
              <a:t>brutes &amp; bruitées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914400"/>
            <a:ext cx="3657600" cy="13716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09728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130"/>
                </a:solidFill>
              </a:defRPr>
            </a:pPr>
            <a:r>
              <a:t>APRÈS</a:t>
            </a:r>
            <a:br/>
            <a:r>
              <a:t>27 lignes</a:t>
            </a:r>
            <a:br/>
            <a:r>
              <a:t>100% valides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130"/>
                </a:solidFill>
              </a:defRPr>
            </a:pPr>
            <a:r>
              <a:t>1. Erreurs de devises (€ vs dollars)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130"/>
                </a:solidFill>
              </a:defRPr>
            </a:pPr>
            <a:r>
              <a:t>2. Valeurs manquantes dans les colonnes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130"/>
                </a:solidFill>
              </a:defRPr>
            </a:pPr>
            <a:r>
              <a:t>3. Doublons de commandes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130"/>
                </a:solidFill>
              </a:defRPr>
            </a:pPr>
            <a:r>
              <a:t>4. Formats de dates incohérents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Anomalies Détectées &amp; Corrigées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Devises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914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Prix en €, dollars et GBP mélangés → Conversion en 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Valeurs 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5 colonnes avec données manquantes → Imputation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Doublons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2 commandes identiques → Suppression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8327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Format MM/DD/YYYY et DD/MM/YYYY → ISO 8601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Techniques de Nettoyage Appliquées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560320" cy="6400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058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Chargement et manipulation des DataFrames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560320" cy="6400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Extraction et validation des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2560320" cy="6400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346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Valeurs centrales (mean/median)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599"/>
            <a:ext cx="2560320" cy="6400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Normalisation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49039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130"/>
                </a:solidFill>
              </a:defRPr>
            </a:pPr>
            <a:r>
              <a:t>Min-Max scaling pour les numériques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Résultats du Nettoyage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3 anomalies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130"/>
                </a:solidFill>
              </a:defRPr>
            </a:pPr>
            <a:r>
              <a:t>détectées et corrigées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92024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92608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130"/>
                </a:solidFill>
              </a:defRPr>
            </a:pPr>
            <a:r>
              <a:t>de qualité garantie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2608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130"/>
                </a:solidFill>
              </a:defRPr>
            </a:pPr>
            <a:r>
              <a:t>temps de traitement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137160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92024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27 lignes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92608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130"/>
                </a:solidFill>
              </a:defRPr>
            </a:pPr>
            <a:r>
              <a:t>prêtes pour l'IA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Pipeline de Nettoyage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55448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Charger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828800"/>
            <a:ext cx="1554480" cy="10972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10312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Identifier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828800"/>
            <a:ext cx="155448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10312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Corriger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828800"/>
            <a:ext cx="1554480" cy="10972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10312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Valider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828800"/>
            <a:ext cx="155448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Sauvegarder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✓ Nettoyage Complété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8FA"/>
                </a:solidFill>
              </a:defRPr>
            </a:pPr>
            <a:r>
              <a:t>Données prêtes pour l'entraînement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Fondation solide établie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9800"/>
                </a:solidFill>
              </a:defRPr>
            </a:pPr>
            <a:r>
              <a:t>27 lignes de données • 100% valides • Prêtes pour l'IA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