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0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 b="1">
                <a:solidFill>
                  <a:srgbClr val="FFFFFF"/>
                </a:solidFill>
              </a:defRPr>
            </a:pPr>
            <a:r>
              <a:t>MODÈLE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26080"/>
            <a:ext cx="7863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D7E4F1"/>
                </a:solidFill>
              </a:defRPr>
            </a:pPr>
            <a:r>
              <a:t>Naive Bayes • 62.4% Accuracy • 6 Catégories • Optimisé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1B2A"/>
          </a:solidFill>
          <a:ln>
            <a:solidFill>
              <a:srgbClr val="0E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12B8B0"/>
          </a:solidFill>
          <a:ln>
            <a:solidFill>
              <a:srgbClr val="12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Objectif 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Classification multi-classe: prédire category (6 classes)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Input: jour_semaine, temperature_c, budget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Output: catégorie prédite + confiance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Défi: Données déséquilibrées (Menu_Enfant: 8.2%)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1B2A"/>
          </a:solidFill>
          <a:ln>
            <a:solidFill>
              <a:srgbClr val="0E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12B8B0"/>
          </a:solidFill>
          <a:ln>
            <a:solidFill>
              <a:srgbClr val="12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Modèles Testés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1. Naive Bayes: 62.44% ⭐ RETENU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2. Decision Tree: 58.54%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3. Logistic Regression: 55.37%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4. K-NN: 50.24%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1B2A"/>
          </a:solidFill>
          <a:ln>
            <a:solidFill>
              <a:srgbClr val="0E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12B8B0"/>
          </a:solidFill>
          <a:ln>
            <a:solidFill>
              <a:srgbClr val="12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Pourquoi Naive Bayes?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✅ Meilleure accuracy (62.44%)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✅ Très rapide (&lt; 1ms prédiction)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✅ Interprétable (probabilités par feature)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✅ Pas d'hyperparamètres complexes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1B2A"/>
          </a:solidFill>
          <a:ln>
            <a:solidFill>
              <a:srgbClr val="0E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12B8B0"/>
          </a:solidFill>
          <a:ln>
            <a:solidFill>
              <a:srgbClr val="12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Dataset d'Entraînement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Total: 1 028 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Train: 823 (80%)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Test: 205 (20%)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Stratification: oui (par classe)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1B2A"/>
          </a:solidFill>
          <a:ln>
            <a:solidFill>
              <a:srgbClr val="0E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12B8B0"/>
          </a:solidFill>
          <a:ln>
            <a:solidFill>
              <a:srgbClr val="12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Features Utilisées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jour_semaine: 7 valeurs (0-6, Lun-Dim)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temperature_c: continues (-10 à +40)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budget: continues (8€ à 25€)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Encoding: One-hot pour jour, normalisé pour autres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1B2A"/>
          </a:solidFill>
          <a:ln>
            <a:solidFill>
              <a:srgbClr val="0E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12B8B0"/>
          </a:solidFill>
          <a:ln>
            <a:solidFill>
              <a:srgbClr val="12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Performance Globale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Accuracy: 62.44% 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Precision moyenne: 62.1%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Recall moyenne: 62.4%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Training time: 0.3525s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1B2A"/>
          </a:solidFill>
          <a:ln>
            <a:solidFill>
              <a:srgbClr val="0E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12B8B0"/>
          </a:solidFill>
          <a:ln>
            <a:solidFill>
              <a:srgbClr val="12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Performance par Classe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Plat_du_jour: 87.5% (meilleur)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Dessert: 85.7%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Grill: 82.4%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Entree: 53.8%, Vegetarien: 23.8%, Menu_Enfant: 0% ⚠️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1B2A"/>
          </a:solidFill>
          <a:ln>
            <a:solidFill>
              <a:srgbClr val="0E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12B8B0"/>
          </a:solidFill>
          <a:ln>
            <a:solidFill>
              <a:srgbClr val="12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Matrice de Confusion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Diagonal forte: prédictions correctes concentrées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Plat_du_jour bien classifié (49/56 correct)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Menu_Enfant: confusion totale avec autres catégories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Vegetarien: peu d'exemples (21 seulement)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1B2A"/>
          </a:solidFill>
          <a:ln>
            <a:solidFill>
              <a:srgbClr val="0E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12B8B0"/>
          </a:solidFill>
          <a:ln>
            <a:solidFill>
              <a:srgbClr val="12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Optimisation Réalisée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Tuning threshold: 0.55 pour confiance minimale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Feature engineering: interaction température × jour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Augmentation données: synthétique pour Menu_Enfant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Validation croisée: 5-fold cross validation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1B2A"/>
          </a:solidFill>
          <a:ln>
            <a:solidFill>
              <a:srgbClr val="0E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12B8B0"/>
          </a:solidFill>
          <a:ln>
            <a:solidFill>
              <a:srgbClr val="12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Problèmes Rencontrés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⚠️ Menu_Enfant: 0% accuracy → Peu d'exemples (24 seulement)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⚠️ Vegetarien: 23.8% → Overlaps avec budget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⚠️ Imbalance classes: Enfant 8.2% vs Plat 24.5%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✅ Solutions: Augmentation data, resampling, tuning seuil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1B2A"/>
          </a:solidFill>
          <a:ln>
            <a:solidFill>
              <a:srgbClr val="0E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12B8B0"/>
          </a:solidFill>
          <a:ln>
            <a:solidFill>
              <a:srgbClr val="12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Sauvegarde du Modèle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Format: Pickle (.pkl)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Fichiers: best_model_v3_mois_jour.pkl (modèle)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Fichiers: le_category.pkl (label encoder)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Taille: ~2.5 MB (chargement rapide)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1B2A"/>
          </a:solidFill>
          <a:ln>
            <a:solidFill>
              <a:srgbClr val="0E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12B8B0"/>
          </a:solidFill>
          <a:ln>
            <a:solidFill>
              <a:srgbClr val="12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Production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Modèle: Entraîné et validé 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Persisted: Pickle prêt pour API 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Performance: 62.4% acceptable pour MVP 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Monitoring: Prêt à tracker accuracy en prod 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