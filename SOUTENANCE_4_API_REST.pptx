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4  ·  15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Flask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d'Intelligence Artificielle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7614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Plat — Exposer le modèle ML via une API REST Flask avec 10 endpoints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3200400" cy="45720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 |  Certification Développeur en Intelligence Artificielle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&amp; objectif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comme pont entre le modèle ML et l'application web Le Bon Plat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5230368"/>
          </a:xfrm>
          <a:prstGeom prst="rect">
            <a:avLst>
              <a:gd name="adj" fmla="val 2098"/>
            </a:avLst>
          </a:prstGeom>
          <a:solidFill>
            <a:srgbClr val="DCE3E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rôle sur l'API REST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64792"/>
            <a:ext cx="50292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la Présentation 3 (modèle ML), j'ai développé l'API REST qui expose le modèle à l'application.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Responsabilités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Concevoir l'architecture Flask (Blueprints)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Créer 10 endpoints REST (GET + POST)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Intégrer la classe MLModel (pickle)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Gérer CORS pour le frontend 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Valider les entrées et gérer les erreurs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Écrire les tests (22 tests, 3 fichiers)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44768" y="1170432"/>
            <a:ext cx="5486400" cy="5230368"/>
          </a:xfrm>
          <a:prstGeom prst="rect">
            <a:avLst>
              <a:gd name="adj" fmla="val 2098"/>
            </a:avLst>
          </a:prstGeom>
          <a:solidFill>
            <a:srgbClr val="E8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371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l'API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73368" y="1764792"/>
            <a:ext cx="50292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le modèle Random Forest à l'application web via HTTP 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reçues (JSON)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temperature  — °C météo du jour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budget       — budget client (€)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month        — mois (1–12)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day          — jour semaine (0–6)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JSON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catégorie prédite + confiance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liste de plats filtrés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: Flask 3 · Python · JSON · CORS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parties pour couvrir l'ensemble de l'API REST Le Bon Plat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57200" cy="457200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5212080" cy="2743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280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27648" y="1280160"/>
            <a:ext cx="457200" cy="457200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12" name="Text 10"/>
          <p:cNvSpPr/>
          <p:nvPr/>
        </p:nvSpPr>
        <p:spPr>
          <a:xfrm>
            <a:off x="6327648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27648" y="1792224"/>
            <a:ext cx="5212080" cy="27432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4" name="Text 12"/>
          <p:cNvSpPr/>
          <p:nvPr/>
        </p:nvSpPr>
        <p:spPr>
          <a:xfrm>
            <a:off x="6922008" y="1280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57200" cy="457200"/>
          </a:xfrm>
          <a:prstGeom prst="rect">
            <a:avLst>
              <a:gd name="adj" fmla="val 50000"/>
            </a:avLst>
          </a:prstGeom>
          <a:solidFill>
            <a:srgbClr val="8064A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483864"/>
            <a:ext cx="5212080" cy="27432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Endpoints REST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327648" y="2971800"/>
            <a:ext cx="457200" cy="457200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6327648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27648" y="3483864"/>
            <a:ext cx="521208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6922008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du modèle ML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457200" cy="45720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5175504"/>
            <a:ext cx="5212080" cy="274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663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Qualité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327648" y="4663440"/>
            <a:ext cx="457200" cy="457200"/>
          </a:xfrm>
          <a:prstGeom prst="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7648" y="5175504"/>
            <a:ext cx="5212080" cy="274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6922008" y="4663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Déploiement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Concevoir une API REST Flask découplée du 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Organiser le code avec le pattern Blueprint de Flask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Assurer la compatibilité CORS avec le frontend JavaScript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 — 3 couches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envoie une requête → Flask traite → ML prédit → réponse JSON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605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973568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3657600" cy="475488"/>
          </a:xfrm>
          <a:prstGeom prst="rect">
            <a:avLst>
              <a:gd name="adj" fmla="val 19231"/>
            </a:avLst>
          </a:prstGeom>
          <a:solidFill>
            <a:srgbClr val="3A7E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7043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664208"/>
            <a:ext cx="3657600" cy="4114800"/>
          </a:xfrm>
          <a:prstGeom prst="rect">
            <a:avLst>
              <a:gd name="adj" fmla="val 2500"/>
            </a:avLst>
          </a:prstGeom>
          <a:solidFill>
            <a:srgbClr val="EB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83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JavaScript · CSS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338328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L'utilisateur entre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sa météo et son budget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fetch() envoie 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requête POST en 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vers /api/recommendations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Affiche la catégorie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et la liste des plats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27448" y="1170432"/>
            <a:ext cx="3200400" cy="475488"/>
          </a:xfrm>
          <a:prstGeom prst="rect">
            <a:avLst>
              <a:gd name="adj" fmla="val 19231"/>
            </a:avLst>
          </a:prstGeom>
          <a:solidFill>
            <a:srgbClr val="12B8B0"/>
          </a:solidFill>
          <a:ln/>
        </p:spPr>
      </p:sp>
      <p:sp>
        <p:nvSpPr>
          <p:cNvPr id="15" name="Text 13"/>
          <p:cNvSpPr/>
          <p:nvPr/>
        </p:nvSpPr>
        <p:spPr>
          <a:xfrm>
            <a:off x="4727448" y="117043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27448" y="1664208"/>
            <a:ext cx="3200400" cy="4114800"/>
          </a:xfrm>
          <a:prstGeom prst="rect">
            <a:avLst>
              <a:gd name="adj" fmla="val 2857"/>
            </a:avLst>
          </a:prstGeom>
          <a:solidFill>
            <a:srgbClr val="E8F7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18888" y="17830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Port 5000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2212848"/>
            <a:ext cx="301752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Reçoit la requête JSON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Appelle ml.predict()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avec les 4 paramètres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Récupère les plats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dans products_db.json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Retourne la réponse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JSON au frontend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22208" y="1170432"/>
            <a:ext cx="3200400" cy="475488"/>
          </a:xfrm>
          <a:prstGeom prst="rect">
            <a:avLst>
              <a:gd name="adj" fmla="val 19231"/>
            </a:avLst>
          </a:prstGeom>
          <a:solidFill>
            <a:srgbClr val="8064A2"/>
          </a:solidFill>
          <a:ln/>
        </p:spPr>
      </p:sp>
      <p:sp>
        <p:nvSpPr>
          <p:cNvPr id="20" name="Text 18"/>
          <p:cNvSpPr/>
          <p:nvPr/>
        </p:nvSpPr>
        <p:spPr>
          <a:xfrm>
            <a:off x="8522208" y="117043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DONNÉES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522208" y="1664208"/>
            <a:ext cx="3200400" cy="4114800"/>
          </a:xfrm>
          <a:prstGeom prst="rect">
            <a:avLst>
              <a:gd name="adj" fmla="val 2857"/>
            </a:avLst>
          </a:prstGeom>
          <a:solidFill>
            <a:srgbClr val="DCE3EA"/>
          </a:solidFill>
          <a:ln/>
        </p:spPr>
      </p:sp>
      <p:sp>
        <p:nvSpPr>
          <p:cNvPr id="22" name="Text 20"/>
          <p:cNvSpPr/>
          <p:nvPr/>
        </p:nvSpPr>
        <p:spPr>
          <a:xfrm>
            <a:off x="8613648" y="17830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Random Forest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13648" y="2212848"/>
            <a:ext cx="301752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Chargé UNE SEULE FOIS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au démarrage (pickle)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predict() reçoit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temp, budget, mois, jour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Retourne la catégorie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+ niveau de confiance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Ex: "Grill" à 91%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choix technologiques 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Blueprint, CORS — en simple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394960" cy="5230368"/>
          </a:xfrm>
          <a:prstGeom prst="rect">
            <a:avLst>
              <a:gd name="adj" fmla="val 2098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5394960" cy="457200"/>
          </a:xfrm>
          <a:prstGeom prst="rect">
            <a:avLst>
              <a:gd name="adj" fmla="val 24000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63040"/>
            <a:ext cx="5394960" cy="16459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704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Flask 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181051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Simple à utiliser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1214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Peu de code pour créer une route HTTP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61518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Compatible pickle/NumPy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Intégration directe avec notre modèle 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41985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Déployable Docker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7307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Port 5000 — même config en local et en prod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22452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CORS inclus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5354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flask-cors en une ligne : CORS(app)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02920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Alternative FastAPI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534009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Plus rapide mais trop complexe pour ce projet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53328" y="1170432"/>
            <a:ext cx="5669280" cy="5230368"/>
          </a:xfrm>
          <a:prstGeom prst="rect">
            <a:avLst>
              <a:gd name="adj" fmla="val 2098"/>
            </a:avLst>
          </a:prstGeom>
          <a:solidFill>
            <a:srgbClr val="EBF2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053328" y="1170432"/>
            <a:ext cx="5669280" cy="457200"/>
          </a:xfrm>
          <a:prstGeom prst="rect">
            <a:avLst>
              <a:gd name="adj" fmla="val 24000"/>
            </a:avLst>
          </a:prstGeom>
          <a:solidFill>
            <a:srgbClr val="3A7E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53328" y="1463040"/>
            <a:ext cx="5669280" cy="164592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24" name="Text 22"/>
          <p:cNvSpPr/>
          <p:nvPr/>
        </p:nvSpPr>
        <p:spPr>
          <a:xfrm>
            <a:off x="6144768" y="117043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&amp; CORS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90488" y="1810512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= 1 fichier Python par groupe de routes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90488" y="21762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menu.py      →  /api/menu  et  /api/menu/&lt;cat&gt;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0488" y="25603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reviews.py   →  /api/reviews  (GET + POST)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0488" y="29443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recommendations.py  →  POST /api/recommendations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90488" y="3401568"/>
            <a:ext cx="5212080" cy="36576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30" name="Text 28"/>
          <p:cNvSpPr/>
          <p:nvPr/>
        </p:nvSpPr>
        <p:spPr>
          <a:xfrm>
            <a:off x="6190488" y="3547872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— Cross-Origin Resource Sharing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90488" y="395020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 frontend tourne sur un port différent du backend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90488" y="438912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Sans CORS → le navigateur bloque la requête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90488" y="482803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Avec CORS(app) → l'API est accessible depuis partout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90488" y="5266944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Une seule ligne : from flask_cors import CORS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Organiser le code en modules séparés (routes, models, config)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Isoler la logique ML dans une classe dédiée (MLModel)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Centraliser la configuration dans config.py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du projet Flask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dossier a un rôle précis — lire de haut en bas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760720" cy="5230368"/>
          </a:xfrm>
          <a:prstGeom prst="rect">
            <a:avLst>
              <a:gd name="adj" fmla="val 1399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539496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le-bon-plat/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app.py              # ① Démarre Flask — port 5000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config.py           # ② Chemins centralisés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ml_model.py     # ③ Classe MLModel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                    #   charge pkl + predict()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routes/             # ④ 1 fichier = 1 groupe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menu.py         #   GET /api/menu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recommendations.py  # POST /api/recommendations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reviews.py      #   GET+POST /api/reviews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data/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products_db.json  # ⑤ Base de plats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reviews.json      #   Avis clients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index.html          # ⑥ Page principale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js/app.js           #   fetch() → appelle l'API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                  # ⑦ 22 tests pytest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conftest.py         #   Fixture partagée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test_api.py         #   Routes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test_ml.py          #   Modèle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test_errors.py      #   Erreurs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data/processed/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best_model_v3.pkl   # ⑧ Modèle RF entraîné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le_category.pkl     #   LabelEncoder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82512" y="1170432"/>
            <a:ext cx="5486400" cy="5230368"/>
          </a:xfrm>
          <a:prstGeom prst="rect">
            <a:avLst>
              <a:gd name="adj" fmla="val 2098"/>
            </a:avLst>
          </a:prstGeom>
          <a:solidFill>
            <a:srgbClr val="E8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6382512" y="1170432"/>
            <a:ext cx="5486400" cy="420624"/>
          </a:xfrm>
          <a:prstGeom prst="rect">
            <a:avLst>
              <a:gd name="adj" fmla="val 26087"/>
            </a:avLst>
          </a:prstGeom>
          <a:solidFill>
            <a:srgbClr val="12B8B0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444752"/>
            <a:ext cx="5486400" cy="14630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170432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des ⑧ repères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773936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773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76288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1737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→ démarre le serveur Flask sur le port 5000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2322576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322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76288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286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 tous les chemins (modèle, données) en un seul endroit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2871216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871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76288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ml_model.py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2834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la classe MLModel — charge le pickle et expose predict()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419856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419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76288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21040" y="33832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Blueprint par domaine : menu / recommendations / reviews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968496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968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76288" y="3931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39319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JSON lus et écrits par les routes (plats et avis)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4517136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4517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76288" y="4480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21040" y="44805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HTML + JS — envoie les requêtes via fetch()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92240" y="5065776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5065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76288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21040" y="5029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tests pytest couvrant routes, modèle ML et erreurs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92240" y="5614416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56144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76288" y="5577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data/processed/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21040" y="55778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RF (.pkl) + LabelEncoder chargés au démarrage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Flask — organisation modulaire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Blueprint = 1 groupe de routes — exemple avec menu.py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943600" cy="5230368"/>
          </a:xfrm>
          <a:prstGeom prst="rect">
            <a:avLst>
              <a:gd name="adj" fmla="val 1399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557784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backend/routes/menu.py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1. Imports &amp; déclaration du Blueprint 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Blueprint, jsonify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config import PRODUCTS_DB_PATH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 = Blueprint("menu", __name__,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url_prefix="/api")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Toutes les routes de ce fichier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commencent par /api/...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2. Charger le fichier JSON des produits 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load_products():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open(PRODUCTS_DB_PATH,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"r", encoding="utf-8") as f: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json.load(f)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3. Route GET /api/menu 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@bp.route("/menu", methods=["GET"])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get_all_products():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products = load_products()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jsonify(products)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4. Route GET /api/menu/&lt;categorie&gt; 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@bp.route("/menu/&lt;category&gt;",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methods=["GET"])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get_products_by_category(category):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products = load_products()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filtered = [p for p 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products["products"]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p["category"].lower()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== category.lower()]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jsonify({"products": filtered})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65392" y="1170432"/>
            <a:ext cx="5257800" cy="5230368"/>
          </a:xfrm>
          <a:prstGeom prst="rect">
            <a:avLst>
              <a:gd name="adj" fmla="val 2098"/>
            </a:avLst>
          </a:prstGeom>
          <a:solidFill>
            <a:srgbClr val="EB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6565392" y="1170432"/>
            <a:ext cx="5257800" cy="420624"/>
          </a:xfrm>
          <a:prstGeom prst="rect">
            <a:avLst>
              <a:gd name="adj" fmla="val 26087"/>
            </a:avLst>
          </a:prstGeom>
          <a:solidFill>
            <a:srgbClr val="3A7EFF"/>
          </a:solidFill>
          <a:ln/>
        </p:spPr>
      </p:sp>
      <p:sp>
        <p:nvSpPr>
          <p:cNvPr id="11" name="Shape 9"/>
          <p:cNvSpPr/>
          <p:nvPr/>
        </p:nvSpPr>
        <p:spPr>
          <a:xfrm>
            <a:off x="6565392" y="1444752"/>
            <a:ext cx="5257800" cy="146304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17043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des 4 étapes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1737360"/>
            <a:ext cx="329184" cy="329184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737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95744" y="173736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&amp; Blueprint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95744" y="210312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Blueprint("menu") déclare le module.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url_prefix="/api" → toutes les routes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fichier commencent par /api/...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2907792"/>
            <a:ext cx="329184" cy="329184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907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95744" y="290779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load_products()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95744" y="3273552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 et lit products_db.json.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Appelée à chaque requête pour toujours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avoir les données les plus récentes.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4078224"/>
            <a:ext cx="329184" cy="329184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95744" y="407822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/api/menu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95744" y="4443984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TOUS les produits du fichier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sans filtre.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@bp.route("/menu") → /api/menu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5248656"/>
            <a:ext cx="329184" cy="329184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95744" y="524865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/api/menu/&lt;categorie&gt;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95744" y="5614416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par catégorie.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.lower() → insensible à la casse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/api/menu/GRILL == /api/menu/grill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&amp; configuration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Python — bibliothèques utilisées dans le projet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155448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04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170432"/>
            <a:ext cx="100584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117043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170432"/>
            <a:ext cx="859536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1170432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dans le projet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53619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361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1536192"/>
            <a:ext cx="1005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153619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1536192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153619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web Python — gestion routes HTTP, requêtes, réponses JSON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039112"/>
            <a:ext cx="155448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03911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flask-cors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2039112"/>
            <a:ext cx="100584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203911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17520" y="2039112"/>
            <a:ext cx="859536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203911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Cross-Origin Resource Sharing — autorise les appels depuis le frontend JS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54203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5420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0" y="2542032"/>
            <a:ext cx="1005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254203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1.5.x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17520" y="2542032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2542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du RandomForestClassifier + LabelEncoder via pickle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044952"/>
            <a:ext cx="155448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04495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11680" y="3044952"/>
            <a:ext cx="100584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57400" y="304495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2.x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17520" y="3044952"/>
            <a:ext cx="859536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63240" y="30449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du tableau X = np.array([[temp, budget, mois, jour]])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54787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54787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011680" y="3547872"/>
            <a:ext cx="1005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54787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2.x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17520" y="3547872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63240" y="354787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menu_final_clean.csv · filtrage des plats par catégorie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050792"/>
            <a:ext cx="155448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0507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011680" y="4050792"/>
            <a:ext cx="100584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57400" y="405079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017520" y="4050792"/>
            <a:ext cx="859536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63240" y="405079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Sérialisation / désérialisation du modèle ML et du LabelEncoder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455371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55371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011680" y="4553712"/>
            <a:ext cx="1005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455371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8.x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017520" y="4553712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63240" y="455371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tests · conftest.py · fixtures · 22 tests unitaires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5120640"/>
            <a:ext cx="11274552" cy="1481328"/>
          </a:xfrm>
          <a:prstGeom prst="rect">
            <a:avLst>
              <a:gd name="adj" fmla="val 7407"/>
            </a:avLst>
          </a:prstGeom>
          <a:solidFill>
            <a:srgbClr val="E8F7F6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5230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virtuel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40080" y="557784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.venv/  ·  Python 3.14  ·  pip install -r requirements.txt  ·  Isolé du système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Endpoints REST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Documenter les 10 routes HTTP disponibles dans l'API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Détailler les endpoints de prédiction POST /predict et /api/recommendations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Expliquer le format JSON des requêtes et des réponses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10 endpoints de l'API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complet — méthode, route, description, code HTTP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118872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1556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64208" y="1115568"/>
            <a:ext cx="301752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0" name="Text 8"/>
          <p:cNvSpPr/>
          <p:nvPr/>
        </p:nvSpPr>
        <p:spPr>
          <a:xfrm>
            <a:off x="1709928" y="111556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0016" y="1115568"/>
            <a:ext cx="640080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736" y="111556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119104" y="1115568"/>
            <a:ext cx="137160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164824" y="11155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481328"/>
            <a:ext cx="118872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48132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64208" y="1481328"/>
            <a:ext cx="301752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9928" y="148132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0016" y="1481328"/>
            <a:ext cx="64008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5736" y="1481328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 l'application HTML (index.html)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119104" y="1481328"/>
            <a:ext cx="13716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64824" y="148132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1920240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192024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64208" y="1920240"/>
            <a:ext cx="3017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09928" y="192024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0016" y="1920240"/>
            <a:ext cx="6400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5736" y="1920240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de l'API → {status: "ok"}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119104" y="1920240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64824" y="192024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359152"/>
            <a:ext cx="118872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35915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64208" y="2359152"/>
            <a:ext cx="301752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09928" y="23591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/info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0016" y="2359152"/>
            <a:ext cx="64008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45736" y="2359152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du modèle ML (accuracy, features)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119104" y="2359152"/>
            <a:ext cx="13716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164824" y="235915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2798064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2798064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664208" y="2798064"/>
            <a:ext cx="3017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09928" y="279806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0016" y="2798064"/>
            <a:ext cx="6400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45736" y="279806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directe RF — JSON in/out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1119104" y="2798064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164824" y="279806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236976"/>
            <a:ext cx="118872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23697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664208" y="3236976"/>
            <a:ext cx="301752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09928" y="323697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/api/status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0016" y="3236976"/>
            <a:ext cx="64008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45736" y="3236976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app → {version: "2.0", running}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1119104" y="3236976"/>
            <a:ext cx="13716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164824" y="323697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3675888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367588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664208" y="3675888"/>
            <a:ext cx="3017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09928" y="367588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/api/menu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00016" y="3675888"/>
            <a:ext cx="6400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45736" y="3675888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produits (products_db.json)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1119104" y="3675888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164824" y="36758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4114800"/>
            <a:ext cx="118872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411480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664208" y="4114800"/>
            <a:ext cx="301752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709928" y="411480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/api/menu/&lt;cat&gt;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700016" y="4114800"/>
            <a:ext cx="64008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45736" y="4114800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filtrés par catégorie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1119104" y="4114800"/>
            <a:ext cx="13716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164824" y="411480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553712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" y="455371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664208" y="4553712"/>
            <a:ext cx="3017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709928" y="455371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/api/recommendations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700016" y="4553712"/>
            <a:ext cx="6400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45736" y="4553712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ML → plats + catégorie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1119104" y="4553712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164824" y="455371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7200" y="4992624"/>
            <a:ext cx="118872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2920" y="4992624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1664208" y="4992624"/>
            <a:ext cx="301752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709928" y="499262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/api/reviews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700016" y="4992624"/>
            <a:ext cx="64008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45736" y="499262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avis clients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1119104" y="4992624"/>
            <a:ext cx="13716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164824" y="499262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57200" y="5431536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2920" y="543153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1664208" y="5431536"/>
            <a:ext cx="3017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709928" y="543153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/api/reviews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700016" y="5431536"/>
            <a:ext cx="6400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45736" y="5431536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avis → 201 Created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1119104" y="5431536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1164824" y="543153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POST /predict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étapes : lire → convertir → prédire → filtrer → répondre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6583680" cy="5230368"/>
          </a:xfrm>
          <a:prstGeom prst="rect">
            <a:avLst>
              <a:gd name="adj" fmla="val 1399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621792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@app.route("/predict", methods=["POST"])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─── 1. Lire le JSON de la requête 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       = request.get_json()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─── 2. Convertir les 4 paramètres 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 = float(data["temperature_c"])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budget      = float(data["budget"])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mois        = int(data["mois"])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jour        = int(data["jour_semaine"])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─── 3. Construire le vecteur features 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np.array([[temperature, budget,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mois, jour]])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─── 4. Prédire avec Random Forest 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pred_enc   = model.predict(X)[0]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pred_proba = model.predict_proba(X)[0]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 = le_category.inverse_transform(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[pred_enc])[0]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─── 5. Filtrer les plats + répondre 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plats = menu_df[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menu_df["category"] == label]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"statut":     "succes",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"prediction":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"categorie": label,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"confiance": float(pred_proba.max())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"plats_recommandes":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plats.to_dict("records")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}), 200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except Exception as e:  # ─── 6. Erreur 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jsonify({"erreur": str(e)}), 500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205472" y="1170432"/>
            <a:ext cx="4663440" cy="5230368"/>
          </a:xfrm>
          <a:prstGeom prst="rect">
            <a:avLst>
              <a:gd name="adj" fmla="val 2353"/>
            </a:avLst>
          </a:prstGeom>
          <a:solidFill>
            <a:srgbClr val="E8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7205472" y="1170432"/>
            <a:ext cx="4663440" cy="420624"/>
          </a:xfrm>
          <a:prstGeom prst="rect">
            <a:avLst>
              <a:gd name="adj" fmla="val 26087"/>
            </a:avLst>
          </a:prstGeom>
          <a:solidFill>
            <a:srgbClr val="12B8B0"/>
          </a:solidFill>
          <a:ln/>
        </p:spPr>
      </p:sp>
      <p:sp>
        <p:nvSpPr>
          <p:cNvPr id="11" name="Shape 9"/>
          <p:cNvSpPr/>
          <p:nvPr/>
        </p:nvSpPr>
        <p:spPr>
          <a:xfrm>
            <a:off x="7205472" y="1444752"/>
            <a:ext cx="4663440" cy="14630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1170432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 chaque étape 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1773936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773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99248" y="1737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 JSON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99248" y="204825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request.get_json() lit le corps de la requête HTTP envoyée par le client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2578608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578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99248" y="25420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99248" y="285292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float() et int() convertissent les textes JSON en nombres Python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3383280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3383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99248" y="334670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features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99248" y="36576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np.array([[...]]) crée 1 ligne × 4 colonnes — format attendu par le RF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4187952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4187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99248" y="415137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99248" y="446227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model.predict() → catégorie encodée (ex: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inverse_transform() → "Grill"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0" y="4992624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4992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99248" y="49560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+ répondre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99248" y="526694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seulement les plats de la catégorie prédite → JSON 200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0" y="5797296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0" y="5797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99248" y="57607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99248" y="607161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→ si crash → retourne {erreur} code 500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POST /api/recommendations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Délègue à la classe MLModel — valeurs par défaut pour chaque paramètre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6583680" cy="5230368"/>
          </a:xfrm>
          <a:prstGeom prst="rect">
            <a:avLst>
              <a:gd name="adj" fmla="val 1399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621792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backend/routes/recommendations.py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1. Import du singleton MLModel 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models.ml_model import 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 = Blueprint("recommendations",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__name__, url_prefix="/api")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@bp.route("/recommendations",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methods=["POST"])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get_recommendations():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─── 2. Lire le JSON de la requête 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request.get_json()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─── 3. Récupérer les 4 paramètres 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       .get("clé", valeur_par_défaut)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       évite les erreurs si champ absent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 = float(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data.get("temperature", 15))  # 15°C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budget = float(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data.get("budget", 15))       # 15 €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month  = int(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data.get("month", 1))         # janvier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day    = int(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data.get("day", 0))           # lundi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─── 4. Appel à MLModel 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prediction = ml.predict(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temperature, budget, month, day)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prediction = {"category":"Grill",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              "confidence":0.91}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─── 5. Filtrer et retourner 6 plats max 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products = load_products()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recommended =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for p in products["products"]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p["category"]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== prediction["category"]]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"statut":    "succes",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"prediction": prediction,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"recommended_products":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recommended[:6]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}), 200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except Exception as 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jsonify({"erreur":str(e)}), 500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205472" y="1170432"/>
            <a:ext cx="4663440" cy="5230368"/>
          </a:xfrm>
          <a:prstGeom prst="rect">
            <a:avLst>
              <a:gd name="adj" fmla="val 2353"/>
            </a:avLst>
          </a:prstGeom>
          <a:solidFill>
            <a:srgbClr val="EB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7205472" y="1170432"/>
            <a:ext cx="4663440" cy="420624"/>
          </a:xfrm>
          <a:prstGeom prst="rect">
            <a:avLst>
              <a:gd name="adj" fmla="val 26087"/>
            </a:avLst>
          </a:prstGeom>
          <a:solidFill>
            <a:srgbClr val="3A7EFF"/>
          </a:solidFill>
          <a:ln/>
        </p:spPr>
      </p:sp>
      <p:sp>
        <p:nvSpPr>
          <p:cNvPr id="11" name="Shape 9"/>
          <p:cNvSpPr/>
          <p:nvPr/>
        </p:nvSpPr>
        <p:spPr>
          <a:xfrm>
            <a:off x="7205472" y="1444752"/>
            <a:ext cx="4663440" cy="146304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1170432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 chaque étape 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1773936"/>
            <a:ext cx="292608" cy="292608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773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99248" y="1737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singleton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99248" y="204825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= MLModel() est déjà chargé → on l'importe directement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2688336"/>
            <a:ext cx="292608" cy="292608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6883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99248" y="26517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JSON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99248" y="296265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request.get_json() lit les paramètres envoyés par le frontend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3602736"/>
            <a:ext cx="292608" cy="292608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3602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99248" y="3566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par défaut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99248" y="387705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data.get("clé", défaut) → si le champ est absent, on utilise la valeur par défaut au lieu d'une erreur KeyError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4517136"/>
            <a:ext cx="292608" cy="292608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4517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99248" y="4480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Appeler MLModel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99248" y="479145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ml.predict() fait la prédiction → retourne category + confidence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0" y="5431536"/>
            <a:ext cx="292608" cy="292608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5431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99248" y="53949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+ 6 max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99248" y="570585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products_db.json par catégorie → recommended[:6] = max 6 plats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du modèle ML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Charger le modèle pickle une seule fois au démarrage Flask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Encapsuler la logique dans la classe MLModel (models/ml_model.py)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Pipeline complet : JSON → features → predict → catégorie → plats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MLModel — le cœur de la prédiction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Singleton : chargé 1 fois, réutilisé pour chaque requête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6583680" cy="5230368"/>
          </a:xfrm>
          <a:prstGeom prst="rect">
            <a:avLst>
              <a:gd name="adj" fmla="val 1399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621792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backend/models/ml_model.py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pickle, numpy as np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config import (ML_MODEL_PATH,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LE_CATEGORY_PATH)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MLModel: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─── 1. Chargement unique au démarrage 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Désérialise le Random Forest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self.model = pickle.load(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open(ML_MODEL_PATH, "rb"))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Désérialise le LabelEncoder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(6 catégories : Grill, Dessert...)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self.le_category = pickle.load(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open(LE_CATEGORY_PATH, "rb"))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─── 2. Prédire la catégorie 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predict(self, temperature,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budget, month, day):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1 ligne × 4 colonnes (features)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np.array(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[[temperature, budget,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month, day]])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RF retourne un entier encodé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pred_enc   = self.model.predict(X)[0]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Probabilité pour chacune des 6 cat.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pred_proba = self.model\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.predict_proba(X)[0]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Décode : entier → texte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Ex: 2 → "Grill"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category = self.le_category\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.inverse_transform(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[pred_enc])[0]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Confiance = probabilité la + haute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confidence = float(pred_proba.max())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{"category":   category,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"confidence": confidence}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3. Singleton — créé 1 seule fois 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= MLModel()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205472" y="1170432"/>
            <a:ext cx="4663440" cy="5230368"/>
          </a:xfrm>
          <a:prstGeom prst="rect">
            <a:avLst>
              <a:gd name="adj" fmla="val 2353"/>
            </a:avLst>
          </a:prstGeom>
          <a:solidFill>
            <a:srgbClr val="DCE3EA"/>
          </a:solidFill>
          <a:ln/>
        </p:spPr>
      </p:sp>
      <p:sp>
        <p:nvSpPr>
          <p:cNvPr id="10" name="Shape 8"/>
          <p:cNvSpPr/>
          <p:nvPr/>
        </p:nvSpPr>
        <p:spPr>
          <a:xfrm>
            <a:off x="7205472" y="1170432"/>
            <a:ext cx="4663440" cy="420624"/>
          </a:xfrm>
          <a:prstGeom prst="rect">
            <a:avLst>
              <a:gd name="adj" fmla="val 26087"/>
            </a:avLst>
          </a:prstGeom>
          <a:solidFill>
            <a:srgbClr val="8064A2"/>
          </a:solidFill>
          <a:ln/>
        </p:spPr>
      </p:sp>
      <p:sp>
        <p:nvSpPr>
          <p:cNvPr id="11" name="Shape 9"/>
          <p:cNvSpPr/>
          <p:nvPr/>
        </p:nvSpPr>
        <p:spPr>
          <a:xfrm>
            <a:off x="7205472" y="1444752"/>
            <a:ext cx="4663440" cy="146304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1170432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des 3 parties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1773936"/>
            <a:ext cx="329184" cy="329184"/>
          </a:xfrm>
          <a:prstGeom prst="rect">
            <a:avLst>
              <a:gd name="adj" fmla="val 50000"/>
            </a:avLst>
          </a:prstGeom>
          <a:solidFill>
            <a:srgbClr val="8064A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7739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35824" y="1737360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__init__() — Chargement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2139696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Exécuté UNE SEULE FOIS au démarrage.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pickle.load() lit le fichier .pkl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reconstruit l'objet Python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self.model = Random Forest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self.le_category = LabelEncoder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rechargement à chaque requête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réponse &lt; 1ms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3282696"/>
            <a:ext cx="329184" cy="329184"/>
          </a:xfrm>
          <a:prstGeom prst="rect">
            <a:avLst>
              <a:gd name="adj" fmla="val 50000"/>
            </a:avLst>
          </a:prstGeom>
          <a:solidFill>
            <a:srgbClr val="8064A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3282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35824" y="3246120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 — Prédiction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0" y="3648456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4 valeurs numériques.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np.array([[...]]) = vecteur 1×4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model.predict(X) → entier (ex: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inverse_transform() → "Grill"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predict_proba() → confiance 0.91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4791456"/>
            <a:ext cx="329184" cy="329184"/>
          </a:xfrm>
          <a:prstGeom prst="rect">
            <a:avLst>
              <a:gd name="adj" fmla="val 50000"/>
            </a:avLst>
          </a:prstGeom>
          <a:solidFill>
            <a:srgbClr val="8064A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4791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35824" y="4754880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= MLModel() — Singleton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5157216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ligne s'exécute 1 seule fois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module est importé.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routes partagent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instance → performances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de recommandation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requête JSON à la liste de plats — 5 étapes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148840" cy="5230368"/>
          </a:xfrm>
          <a:prstGeom prst="rect">
            <a:avLst>
              <a:gd name="adj" fmla="val 5106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2148840" cy="438912"/>
          </a:xfrm>
          <a:prstGeom prst="rect">
            <a:avLst>
              <a:gd name="adj" fmla="val 25000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63040"/>
            <a:ext cx="2148840" cy="14630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7043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Requête JSON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19659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envoie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{temperature:20, budget:15,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month:8, day:2}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88920" y="1170432"/>
            <a:ext cx="2148840" cy="5230368"/>
          </a:xfrm>
          <a:prstGeom prst="rect">
            <a:avLst>
              <a:gd name="adj" fmla="val 5106"/>
            </a:avLst>
          </a:prstGeom>
          <a:solidFill>
            <a:srgbClr val="EBF2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0" y="1170432"/>
            <a:ext cx="2148840" cy="438912"/>
          </a:xfrm>
          <a:prstGeom prst="rect">
            <a:avLst>
              <a:gd name="adj" fmla="val 25000"/>
            </a:avLst>
          </a:prstGeom>
          <a:solidFill>
            <a:srgbClr val="3A7E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788920" y="1463040"/>
            <a:ext cx="2148840" cy="146304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117043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Extraction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1691640"/>
            <a:ext cx="19659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float() + int()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temp=20.0, budget=15.0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mois=8, jour=2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651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120640" y="1170432"/>
            <a:ext cx="2148840" cy="5230368"/>
          </a:xfrm>
          <a:prstGeom prst="rect">
            <a:avLst>
              <a:gd name="adj" fmla="val 5106"/>
            </a:avLst>
          </a:prstGeom>
          <a:solidFill>
            <a:srgbClr val="E8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1170432"/>
            <a:ext cx="2148840" cy="438912"/>
          </a:xfrm>
          <a:prstGeom prst="rect">
            <a:avLst>
              <a:gd name="adj" fmla="val 25000"/>
            </a:avLst>
          </a:prstGeom>
          <a:solidFill>
            <a:srgbClr val="8064A2"/>
          </a:solidFill>
          <a:ln/>
        </p:spPr>
      </p:sp>
      <p:sp>
        <p:nvSpPr>
          <p:cNvPr id="21" name="Shape 19"/>
          <p:cNvSpPr/>
          <p:nvPr/>
        </p:nvSpPr>
        <p:spPr>
          <a:xfrm>
            <a:off x="5120640" y="1463040"/>
            <a:ext cx="2148840" cy="146304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117043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Prédiction ML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1691640"/>
            <a:ext cx="19659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np.array([[20,15,8,2]])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ml.predict(X) → Grill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= 0.91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69480" y="2651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452360" y="1170432"/>
            <a:ext cx="2148840" cy="5230368"/>
          </a:xfrm>
          <a:prstGeom prst="rect">
            <a:avLst>
              <a:gd name="adj" fmla="val 5106"/>
            </a:avLst>
          </a:prstGeom>
          <a:solidFill>
            <a:srgbClr val="EBF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452360" y="1170432"/>
            <a:ext cx="2148840" cy="438912"/>
          </a:xfrm>
          <a:prstGeom prst="rect">
            <a:avLst>
              <a:gd name="adj" fmla="val 25000"/>
            </a:avLst>
          </a:prstGeom>
          <a:solidFill>
            <a:srgbClr val="E67E22"/>
          </a:solidFill>
          <a:ln/>
        </p:spPr>
      </p:sp>
      <p:sp>
        <p:nvSpPr>
          <p:cNvPr id="27" name="Shape 25"/>
          <p:cNvSpPr/>
          <p:nvPr/>
        </p:nvSpPr>
        <p:spPr>
          <a:xfrm>
            <a:off x="7452360" y="1463040"/>
            <a:ext cx="2148840" cy="1463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117043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Filtrage produits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43800" y="1691640"/>
            <a:ext cx="19659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load_products()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category == "Grill"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liste[:6] → 6 plats max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0" y="2651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784080" y="1170432"/>
            <a:ext cx="2148840" cy="5230368"/>
          </a:xfrm>
          <a:prstGeom prst="rect">
            <a:avLst>
              <a:gd name="adj" fmla="val 5106"/>
            </a:avLst>
          </a:prstGeom>
          <a:solidFill>
            <a:srgbClr val="E8F7F6"/>
          </a:solidFill>
          <a:ln/>
        </p:spPr>
      </p:sp>
      <p:sp>
        <p:nvSpPr>
          <p:cNvPr id="32" name="Shape 30"/>
          <p:cNvSpPr/>
          <p:nvPr/>
        </p:nvSpPr>
        <p:spPr>
          <a:xfrm>
            <a:off x="9784080" y="1170432"/>
            <a:ext cx="2148840" cy="438912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33" name="Shape 31"/>
          <p:cNvSpPr/>
          <p:nvPr/>
        </p:nvSpPr>
        <p:spPr>
          <a:xfrm>
            <a:off x="9784080" y="1463040"/>
            <a:ext cx="2148840" cy="14630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9875520" y="117043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Réponse JSON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875520" y="1691640"/>
            <a:ext cx="19659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{"statut":"succes",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"prediction":{...},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"recommended_products":[...]}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JSON — requête &amp; réponse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d'interface entre le frontend JavaScript et l'API Flask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(POST /api/recommendations)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5486400" cy="2450592"/>
          </a:xfrm>
          <a:prstGeom prst="rect">
            <a:avLst>
              <a:gd name="adj" fmla="val 2985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91056"/>
            <a:ext cx="512064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Frontend JS → API Flask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fetch("/api/recommendations",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"POST",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"Content-Type": "application/json"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JSON.stringify({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"temperature": 20.5,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"budget":      15.0,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"month":       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"day":        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(200 OK)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5486400" cy="2148840"/>
          </a:xfrm>
          <a:prstGeom prst="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544568"/>
            <a:ext cx="5120640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"statut": "succes",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"category":   "Grill",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  0.9135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"recommended_products":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{"id":1, "name":"Entrecôte",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"price":22.0, "category":"Grill"},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// max 6 plats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44768" y="11155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/predict (200 OK)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44768" y="1481328"/>
            <a:ext cx="5486400" cy="5102352"/>
          </a:xfrm>
          <a:prstGeom prst="rect">
            <a:avLst>
              <a:gd name="adj" fmla="val 1434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591056"/>
            <a:ext cx="5120640" cy="4882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"statut": "succes",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"contexte":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"temperature": 20.5,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"budget":      15.0,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"mois":        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"jour_semaine":2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"categorie":  "Grill",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"confiance":   0.9135,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"probabilites":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"Dessert":     0.0217,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"Enfant":      0.0058,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"Entree":      0.0130,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"Grill":       0.9135,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"Plat_du_jour":0.0282,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"Vegetarien":  0.0178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"plats_recommandes":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{"dish_name":"Entrecôte grillée",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"category":"Grill"},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{"dish_name":"Côtes d'agneau",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"category":"Grill"}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Qualité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Couvrir les routes API avec pytest et le client de test Flask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Tester le modèle ML indépendamment (chargement + prédiction)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Vérifier la gestion des erreurs et des cas limites (inputs invalides)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tests — 3 fichiers, 22 tests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Flask test client — couverture routes, ML et erreurs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657600" cy="5230368"/>
          </a:xfrm>
          <a:prstGeom prst="rect">
            <a:avLst>
              <a:gd name="adj" fmla="val 3000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tests/test_api.py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64792"/>
            <a:ext cx="32004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TestAPIBasic (2 tests)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GET /health → 200 + {status:ok}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GET /api/status → version "2.0"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TestMenuAPI (3 tests)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GET /api/menu → liste + structure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GET /api/menu/Grill → filtrés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Chaque produit : id, name, price…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TestReviewsAPI (3 tests)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GET /api/reviews → {reviews,count}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POST correct → 201 + review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POST incomplet → 400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TestRecommendationsAPI (1 test)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POST valide → 200 + catégorie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70248" y="1170432"/>
            <a:ext cx="3657600" cy="5230368"/>
          </a:xfrm>
          <a:prstGeom prst="rect">
            <a:avLst>
              <a:gd name="adj" fmla="val 3000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371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tests/test_ml.py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98848" y="1764792"/>
            <a:ext cx="32004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TestMLModel (5 tests)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Fichier .pkl existe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LabelEncoder existe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 charge sans erreur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predict() → shape (1,)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predict_proba() → [0.0, 1.0]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TestMLIntegration (2 tests)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POST /api/recommendations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données valides → 200 ou 201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Réponse contient "category"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ou "prediction"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X_test = np.array([[15,15,8,2]])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74152" y="1170432"/>
            <a:ext cx="3657600" cy="5230368"/>
          </a:xfrm>
          <a:prstGeom prst="rect">
            <a:avLst>
              <a:gd name="adj" fmla="val 3000"/>
            </a:avLst>
          </a:prstGeom>
          <a:solidFill>
            <a:srgbClr val="DCE3EA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371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tests/test_errors.py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1764792"/>
            <a:ext cx="32004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TestErrorHandling (4 tests)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GET /api/inexistant → 404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JSON invalide → 400 ou 500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Rating type incorrect → 400/500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Nom vide → 400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TestCategoryFiltering (2 tests)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Catégorie inexistante → []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Insensible à la casse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/api/menu/GRILL == /api/menu/grill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22 tests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: assert in [200, 201]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des tests — 3 exemples commentés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· vérification HTTP · vérification JSON · casse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943600" cy="5230368"/>
          </a:xfrm>
          <a:prstGeom prst="rect">
            <a:avLst>
              <a:gd name="adj" fmla="val 1399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557784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1. Fixture — conftest.py 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Crée un client Flask sans serveur réel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@pytest.fixture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client():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 = create_app()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app.config["TESTING"] =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app.test_client() as 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c  # dispo dans tous les tests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2. Vérifier le code HTTP + JSON 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test_health_endpoint(self, client):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client.get("/health")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Vérifie le code HTTP retourné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response.status_code == 200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json.loads(response.data)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Vérifie le contenu de la réponse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data["status"] == "ok"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3. Vérifier la structure du produit 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test_product_structure(self, client):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client.get("/api/menu")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json.loads(response.data)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Chaque produit doit avoir ces 4 champs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product in data["products"]: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 "id"       in product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 "name"     in product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 "category" in product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 "price"    in product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4. Tester insensibilité à la casse 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test_case_insensitive(self, client):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r1 = client.get("/api/menu/GRILL")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r2 = client.get("/api/menu/grill")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d1 = json.loads(r1.data)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d2 = json.loads(r2.data)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Les 2 doivent retourner le même résultat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(len(d1["products"])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== len(d2["products"]))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65392" y="1170432"/>
            <a:ext cx="5303520" cy="5230368"/>
          </a:xfrm>
          <a:prstGeom prst="rect">
            <a:avLst>
              <a:gd name="adj" fmla="val 2098"/>
            </a:avLst>
          </a:prstGeom>
          <a:solidFill>
            <a:srgbClr val="E8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6565392" y="1170432"/>
            <a:ext cx="5303520" cy="420624"/>
          </a:xfrm>
          <a:prstGeom prst="rect">
            <a:avLst>
              <a:gd name="adj" fmla="val 26087"/>
            </a:avLst>
          </a:prstGeom>
          <a:solidFill>
            <a:srgbClr val="27AE60"/>
          </a:solidFill>
          <a:ln/>
        </p:spPr>
      </p:sp>
      <p:sp>
        <p:nvSpPr>
          <p:cNvPr id="11" name="Shape 9"/>
          <p:cNvSpPr/>
          <p:nvPr/>
        </p:nvSpPr>
        <p:spPr>
          <a:xfrm>
            <a:off x="6565392" y="1444752"/>
            <a:ext cx="5303520" cy="14630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17043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lit le jury dans ce code 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1773936"/>
            <a:ext cx="329184" cy="329184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7739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95744" y="173736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fixture client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95744" y="210312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une fausse application Flask en mode TEST.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vrai serveur HTTP → les tests s'exécutent rapidement.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client → cette variable est disponible dans tous les tests du fichier.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2944368"/>
            <a:ext cx="329184" cy="329184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95744" y="290779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une route simple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95744" y="3273552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client.get("/health") simule un GET HTTP.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vérifie 2 choses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status_code == 200 (code HTTP)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data["status"] == "ok" (contenu JSON)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4114800"/>
            <a:ext cx="329184" cy="329184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114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95744" y="407822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structure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95744" y="4443984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produit du menu on vérifie que les 4 champs obligatoires sont présents : id, name, category, price.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5285232"/>
            <a:ext cx="329184" cy="329184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5285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95744" y="524865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casse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95744" y="5614416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 et grill doivent retourner le même nombre de produits.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test prouve que notre .lower() fonctionne correctement.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 &amp; validation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HTTP, blocs try/except et validations côté API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137160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043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HTTP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1170432"/>
            <a:ext cx="347472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1170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1170432"/>
            <a:ext cx="6428232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1170432"/>
            <a:ext cx="6382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d'occurrence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53619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361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0" y="1536192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15361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manquants ou invalides dans le JSON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1536192"/>
            <a:ext cx="64282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536192"/>
            <a:ext cx="6336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/api/reviews sans name/rating/comment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37160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0" y="2011680"/>
            <a:ext cx="347472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inexistante appelée par le client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2011680"/>
            <a:ext cx="6428232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2011680"/>
            <a:ext cx="6336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/api/inexistant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48716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4871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Internal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0" y="2487168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4520" y="24871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imprévue côté serveur (ex: pickle)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0" y="2487168"/>
            <a:ext cx="64282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2487168"/>
            <a:ext cx="6336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corrompu ou path incorrect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2962656"/>
            <a:ext cx="137160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9626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0" y="2962656"/>
            <a:ext cx="347472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74520" y="296265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traitée avec succès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0" y="2962656"/>
            <a:ext cx="6428232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2962656"/>
            <a:ext cx="6336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· GET /api/menu · POST /predict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43814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43814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28800" y="3438144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74520" y="343814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 créée avec succès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3438144"/>
            <a:ext cx="64282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3438144"/>
            <a:ext cx="6336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/api/reviews → avis ajouté et sauvegardé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041648"/>
            <a:ext cx="11274552" cy="2487168"/>
          </a:xfrm>
          <a:prstGeom prst="rect">
            <a:avLst>
              <a:gd name="adj" fmla="val 4412"/>
            </a:avLst>
          </a:prstGeom>
          <a:solidFill>
            <a:srgbClr val="DCE3EA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1879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entrées (reviews)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0080" y="45902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if not data.get("name")   → erreur 400 "Nom requis"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0080" y="502920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if not data.get("rating") → erreur 400 "Note requise"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0080" y="546811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if not data.get("comment")→ erreur 400 "Commentaire requis"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" y="5907024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int(data["rating"]) → lève ValueError si type incorrect → except → 500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Déploiement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Synthétiser les indicateurs clés de l'API REST Flask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Montrer le fonctionnement en conditions réelles (port 5000)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Confirmer que l'API est prête pour l'application complète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chiffrés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 de l'API REST — Le Bon Plat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520440" cy="1444752"/>
          </a:xfrm>
          <a:prstGeom prst="rect">
            <a:avLst>
              <a:gd name="adj" fmla="val 7595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07592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66928" y="2130186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51376" y="1234440"/>
            <a:ext cx="3520440" cy="1444752"/>
          </a:xfrm>
          <a:prstGeom prst="rect">
            <a:avLst>
              <a:gd name="adj" fmla="val 7595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4151376" y="1307592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261104" y="2130186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45552" y="1234440"/>
            <a:ext cx="3520440" cy="1444752"/>
          </a:xfrm>
          <a:prstGeom prst="rect">
            <a:avLst>
              <a:gd name="adj" fmla="val 7595"/>
            </a:avLst>
          </a:prstGeom>
          <a:solidFill>
            <a:srgbClr val="E8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7845552" y="1307592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955280" y="2130186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modulaires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43784"/>
            <a:ext cx="3520440" cy="1444752"/>
          </a:xfrm>
          <a:prstGeom prst="rect">
            <a:avLst>
              <a:gd name="adj" fmla="val 7595"/>
            </a:avLst>
          </a:prstGeom>
          <a:solidFill>
            <a:srgbClr val="EB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16936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1ms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66928" y="3739530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prédiction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51376" y="2843784"/>
            <a:ext cx="3520440" cy="1444752"/>
          </a:xfrm>
          <a:prstGeom prst="rect">
            <a:avLst>
              <a:gd name="adj" fmla="val 7595"/>
            </a:avLst>
          </a:prstGeom>
          <a:solidFill>
            <a:srgbClr val="E8F7F6"/>
          </a:solidFill>
          <a:ln/>
        </p:spPr>
      </p:sp>
      <p:sp>
        <p:nvSpPr>
          <p:cNvPr id="20" name="Text 18"/>
          <p:cNvSpPr/>
          <p:nvPr/>
        </p:nvSpPr>
        <p:spPr>
          <a:xfrm>
            <a:off x="4151376" y="2916936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261104" y="3739530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Flask (local)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45552" y="2843784"/>
            <a:ext cx="3520440" cy="1444752"/>
          </a:xfrm>
          <a:prstGeom prst="rect">
            <a:avLst>
              <a:gd name="adj" fmla="val 7595"/>
            </a:avLst>
          </a:prstGeom>
          <a:solidFill>
            <a:srgbClr val="EB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7845552" y="2916936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7955280" y="3739530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recommandées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462272"/>
            <a:ext cx="11274552" cy="2176272"/>
          </a:xfrm>
          <a:prstGeom prst="rect">
            <a:avLst>
              <a:gd name="adj" fmla="val 5042"/>
            </a:avLst>
          </a:prstGeom>
          <a:solidFill>
            <a:srgbClr val="DCE3E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902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l'API REST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Architecture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502920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Blueprint · config centralisée · CORS · 10 routes documentées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367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Intégration ML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536752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MLModel singleton · pickle chargé 1 fois · predict() &lt; 1ms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57058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Qualité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5705856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tests pytest · 3 fichiers · couverture routes + ML + erreurs + cas limites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0441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0" y="6044184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5000 · réponse JSON normalisée · gestion try/except sur tous les endpoints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3825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Frontend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6382512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activé · format JSON compatible fetch() · max 6 produits recommandés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API REST robuste qui relie le modèle ML à l'application web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2651760"/>
          </a:xfrm>
          <a:prstGeom prst="rect">
            <a:avLst>
              <a:gd name="adj" fmla="val 4138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457200" cy="2651760"/>
          </a:xfrm>
          <a:prstGeom prst="rect">
            <a:avLst>
              <a:gd name="adj" fmla="val 16000"/>
            </a:avLst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533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764792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Blueprint · config.py · CORS · LAYOUT modulaire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route dans son propre fichier Python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modules indépendants + 1 app.py simplifié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7648" y="1170432"/>
            <a:ext cx="5486400" cy="2651760"/>
          </a:xfrm>
          <a:prstGeom prst="rect">
            <a:avLst>
              <a:gd name="adj" fmla="val 4138"/>
            </a:avLst>
          </a:prstGeom>
          <a:solidFill>
            <a:srgbClr val="EB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327648" y="1170432"/>
            <a:ext cx="457200" cy="2651760"/>
          </a:xfrm>
          <a:prstGeom prst="rect">
            <a:avLst>
              <a:gd name="adj" fmla="val 16000"/>
            </a:avLst>
          </a:prstGeom>
          <a:solidFill>
            <a:srgbClr val="3A7EFF"/>
          </a:solidFill>
          <a:ln/>
        </p:spPr>
      </p:sp>
      <p:sp>
        <p:nvSpPr>
          <p:cNvPr id="13" name="Text 11"/>
          <p:cNvSpPr/>
          <p:nvPr/>
        </p:nvSpPr>
        <p:spPr>
          <a:xfrm>
            <a:off x="6922008" y="13533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22008" y="1764792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endpoints documentés · JSON normalisé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MLModel singleton · pickle chargé 1 fois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par défaut pour les paramètres optionnels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5486400" cy="2651760"/>
          </a:xfrm>
          <a:prstGeom prst="rect">
            <a:avLst>
              <a:gd name="adj" fmla="val 4138"/>
            </a:avLst>
          </a:prstGeom>
          <a:solidFill>
            <a:srgbClr val="E8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59352"/>
            <a:ext cx="457200" cy="2651760"/>
          </a:xfrm>
          <a:prstGeom prst="rect">
            <a:avLst>
              <a:gd name="adj" fmla="val 16000"/>
            </a:avLst>
          </a:prstGeom>
          <a:solidFill>
            <a:srgbClr val="12B8B0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1422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553712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tests pytest sur 3 fichiers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test client · assertions de structure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limites : 404, JSON invalide, casse catégorie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27648" y="3959352"/>
            <a:ext cx="5486400" cy="2651760"/>
          </a:xfrm>
          <a:prstGeom prst="rect">
            <a:avLst>
              <a:gd name="adj" fmla="val 4138"/>
            </a:avLst>
          </a:prstGeom>
          <a:solidFill>
            <a:srgbClr val="EBF2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7648" y="3959352"/>
            <a:ext cx="457200" cy="2651760"/>
          </a:xfrm>
          <a:prstGeom prst="rect">
            <a:avLst>
              <a:gd name="adj" fmla="val 16000"/>
            </a:avLst>
          </a:prstGeom>
          <a:solidFill>
            <a:srgbClr val="3A7EFF"/>
          </a:solidFill>
          <a:ln/>
        </p:spPr>
      </p:sp>
      <p:sp>
        <p:nvSpPr>
          <p:cNvPr id="21" name="Text 19"/>
          <p:cNvSpPr/>
          <p:nvPr/>
        </p:nvSpPr>
        <p:spPr>
          <a:xfrm>
            <a:off x="6922008" y="41422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22008" y="4553712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consommée par le frontend (fetch + CORS)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RF 90.52% accessible en temps réel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Docker — port 5000 exposé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2026-09-07T22:31:46Z</dcterms:created>
  <dcterms:modified xsi:type="dcterms:W3CDTF">2026-09-07T22:31:46Z</dcterms:modified>
</cp:coreProperties>
</file>