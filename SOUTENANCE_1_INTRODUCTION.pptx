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47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1  ·  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recommandation par IA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6148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individuel — Certification Développeur en Intelligence Artificielle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310128"/>
            <a:ext cx="3200400" cy="4572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547872"/>
            <a:ext cx="11274552" cy="1965960"/>
          </a:xfrm>
          <a:prstGeom prst="rect">
            <a:avLst>
              <a:gd name="adj" fmla="val 5581"/>
            </a:avLst>
          </a:prstGeom>
          <a:solidFill>
            <a:srgbClr val="E8F7F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75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40050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Hajim — Certification Développeur IA · 2025–2026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434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7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77316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régulier · corrections et orientations tout au long du projet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individuel encadré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seul, avec le suivi régulier de mon encadrant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— mon profil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64792"/>
            <a:ext cx="50292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Certification Développeur 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Durée : 1 an (2025–2026)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Projet de fin d'études (PFE)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couvre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Collecte &amp; nettoyage de données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Modélisation Machine Learning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Développement d'une API REST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Création d'une interface web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intégralement seul,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à l'application finale.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44768" y="1170432"/>
            <a:ext cx="5486400" cy="5230368"/>
          </a:xfrm>
          <a:prstGeom prst="rect">
            <a:avLst>
              <a:gd name="adj" fmla="val 2098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3716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— rôle &amp; suivi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73368" y="1764792"/>
            <a:ext cx="502920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pédagogique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Réunions régulières de suivi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Validation des étapes clés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Corrections et orientations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Conseils méthodologiques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contrôle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Choix du sujet et des données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Validation du modèle 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Architecture de l'API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Revue de l'application finale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reste une réalisation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personnelle et autonome.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présentations · chacune 15 minutes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11274552" cy="914400"/>
          </a:xfrm>
          <a:prstGeom prst="rect">
            <a:avLst>
              <a:gd name="adj" fmla="val 12000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61872"/>
            <a:ext cx="438912" cy="914400"/>
          </a:xfrm>
          <a:prstGeom prst="rect">
            <a:avLst>
              <a:gd name="adj" fmla="val 16667"/>
            </a:avLst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61872"/>
            <a:ext cx="438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24128" y="1261872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présentation du projet  ← vous êtes ici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35640" y="1261872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1274552" cy="914400"/>
          </a:xfrm>
          <a:prstGeom prst="rect">
            <a:avLst>
              <a:gd name="adj" fmla="val 12000"/>
            </a:avLst>
          </a:prstGeom>
          <a:solidFill>
            <a:srgbClr val="EB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438912" cy="914400"/>
          </a:xfrm>
          <a:prstGeom prst="rect">
            <a:avLst>
              <a:gd name="adj" fmla="val 16667"/>
            </a:avLst>
          </a:prstGeom>
          <a:solidFill>
            <a:srgbClr val="3A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86000"/>
            <a:ext cx="438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24128" y="228600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ETL — collecte et nettoyage des données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835640" y="2286000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11274552" cy="914400"/>
          </a:xfrm>
          <a:prstGeom prst="rect">
            <a:avLst>
              <a:gd name="adj" fmla="val 12000"/>
            </a:avLst>
          </a:prstGeom>
          <a:solidFill>
            <a:srgbClr val="EBF2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10128"/>
            <a:ext cx="438912" cy="914400"/>
          </a:xfrm>
          <a:prstGeom prst="rect">
            <a:avLst>
              <a:gd name="adj" fmla="val 16667"/>
            </a:avLst>
          </a:prstGeom>
          <a:solidFill>
            <a:srgbClr val="8064A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10128"/>
            <a:ext cx="438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24128" y="3310128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Machine Learning — Random Forest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835640" y="3310128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34256"/>
            <a:ext cx="11274552" cy="914400"/>
          </a:xfrm>
          <a:prstGeom prst="rect">
            <a:avLst>
              <a:gd name="adj" fmla="val 12000"/>
            </a:avLst>
          </a:prstGeom>
          <a:solidFill>
            <a:srgbClr val="EBF2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334256"/>
            <a:ext cx="438912" cy="914400"/>
          </a:xfrm>
          <a:prstGeom prst="rect">
            <a:avLst>
              <a:gd name="adj" fmla="val 16667"/>
            </a:avLst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34256"/>
            <a:ext cx="438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24128" y="4334256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Flask — service d'Intelligence Artificielle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835640" y="4334256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5358384"/>
            <a:ext cx="11274552" cy="914400"/>
          </a:xfrm>
          <a:prstGeom prst="rect">
            <a:avLst>
              <a:gd name="adj" fmla="val 12000"/>
            </a:avLst>
          </a:prstGeom>
          <a:solidFill>
            <a:srgbClr val="EBF2FF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5358384"/>
            <a:ext cx="438912" cy="914400"/>
          </a:xfrm>
          <a:prstGeom prst="rect">
            <a:avLst>
              <a:gd name="adj" fmla="val 16667"/>
            </a:avLst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5358384"/>
            <a:ext cx="438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24128" y="5358384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— interface complète Le Bon Plat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835640" y="5358384"/>
            <a:ext cx="804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/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— contexte &amp; idée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restaurant fictif qui recommande des plats par l'IA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problématique : quel plat selon la météo, le budget et le jour 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projet réel, de A à Z, réalisé seul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 — qu'est-ce que c'est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restaurant fictif propulsé par l'Intelligence Artificielle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1274552" cy="1417320"/>
          </a:xfrm>
          <a:prstGeom prst="rect">
            <a:avLst>
              <a:gd name="adj" fmla="val 7742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54864" cy="141732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261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centrale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572768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"Recommander automatiquement le bon plat à un client en fonction de la météo du jour, de son budget et du jour de la semaine."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2743200" cy="3794760"/>
          </a:xfrm>
          <a:prstGeom prst="rect">
            <a:avLst>
              <a:gd name="adj" fmla="val 4000"/>
            </a:avLst>
          </a:prstGeom>
          <a:solidFill>
            <a:srgbClr val="E8F7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88920"/>
            <a:ext cx="2743200" cy="438912"/>
          </a:xfrm>
          <a:prstGeom prst="rect">
            <a:avLst>
              <a:gd name="adj" fmla="val 25000"/>
            </a:avLst>
          </a:prstGeom>
          <a:solidFill>
            <a:srgbClr val="12B8B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090672"/>
            <a:ext cx="2743200" cy="137160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Météo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5603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jour (°C)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438912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64992" y="2788920"/>
            <a:ext cx="2743200" cy="3794760"/>
          </a:xfrm>
          <a:prstGeom prst="rect">
            <a:avLst>
              <a:gd name="adj" fmla="val 4000"/>
            </a:avLst>
          </a:prstGeom>
          <a:solidFill>
            <a:srgbClr val="E8F7F6"/>
          </a:solidFill>
          <a:ln/>
        </p:spPr>
      </p:sp>
      <p:sp>
        <p:nvSpPr>
          <p:cNvPr id="18" name="Shape 16"/>
          <p:cNvSpPr/>
          <p:nvPr/>
        </p:nvSpPr>
        <p:spPr>
          <a:xfrm>
            <a:off x="3364992" y="2788920"/>
            <a:ext cx="2743200" cy="438912"/>
          </a:xfrm>
          <a:prstGeom prst="rect">
            <a:avLst>
              <a:gd name="adj" fmla="val 25000"/>
            </a:avLst>
          </a:prstGeom>
          <a:solidFill>
            <a:srgbClr val="3A7E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364992" y="3090672"/>
            <a:ext cx="2743200" cy="137160"/>
          </a:xfrm>
          <a:prstGeom prst="rect">
            <a:avLst/>
          </a:prstGeom>
          <a:solidFill>
            <a:srgbClr val="3A7E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56432" y="2788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Budget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56432" y="3291840"/>
            <a:ext cx="25603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(€)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08192" y="438912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72784" y="2788920"/>
            <a:ext cx="2743200" cy="3794760"/>
          </a:xfrm>
          <a:prstGeom prst="rect">
            <a:avLst>
              <a:gd name="adj" fmla="val 4000"/>
            </a:avLst>
          </a:prstGeom>
          <a:solidFill>
            <a:srgbClr val="E8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6272784" y="2788920"/>
            <a:ext cx="2743200" cy="438912"/>
          </a:xfrm>
          <a:prstGeom prst="rect">
            <a:avLst>
              <a:gd name="adj" fmla="val 25000"/>
            </a:avLst>
          </a:prstGeom>
          <a:solidFill>
            <a:srgbClr val="8064A2"/>
          </a:solidFill>
          <a:ln/>
        </p:spPr>
      </p:sp>
      <p:sp>
        <p:nvSpPr>
          <p:cNvPr id="25" name="Shape 23"/>
          <p:cNvSpPr/>
          <p:nvPr/>
        </p:nvSpPr>
        <p:spPr>
          <a:xfrm>
            <a:off x="6272784" y="3090672"/>
            <a:ext cx="2743200" cy="137160"/>
          </a:xfrm>
          <a:prstGeom prst="rect">
            <a:avLst/>
          </a:prstGeom>
          <a:solidFill>
            <a:srgbClr val="8064A2"/>
          </a:solidFill>
          <a:ln/>
        </p:spPr>
      </p:sp>
      <p:sp>
        <p:nvSpPr>
          <p:cNvPr id="26" name="Text 24"/>
          <p:cNvSpPr/>
          <p:nvPr/>
        </p:nvSpPr>
        <p:spPr>
          <a:xfrm>
            <a:off x="6364224" y="2788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Jour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64224" y="3291840"/>
            <a:ext cx="25603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Lundi à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Dimanche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015984" y="438912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80576" y="2788920"/>
            <a:ext cx="2743200" cy="3794760"/>
          </a:xfrm>
          <a:prstGeom prst="rect">
            <a:avLst>
              <a:gd name="adj" fmla="val 4000"/>
            </a:avLst>
          </a:prstGeom>
          <a:solidFill>
            <a:srgbClr val="EBF2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80576" y="2788920"/>
            <a:ext cx="2743200" cy="438912"/>
          </a:xfrm>
          <a:prstGeom prst="rect">
            <a:avLst>
              <a:gd name="adj" fmla="val 25000"/>
            </a:avLst>
          </a:prstGeom>
          <a:solidFill>
            <a:srgbClr val="E67E22"/>
          </a:solidFill>
          <a:ln/>
        </p:spPr>
      </p:sp>
      <p:sp>
        <p:nvSpPr>
          <p:cNvPr id="31" name="Shape 29"/>
          <p:cNvSpPr/>
          <p:nvPr/>
        </p:nvSpPr>
        <p:spPr>
          <a:xfrm>
            <a:off x="9180576" y="3090672"/>
            <a:ext cx="2743200" cy="1371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2" name="Text 30"/>
          <p:cNvSpPr/>
          <p:nvPr/>
        </p:nvSpPr>
        <p:spPr>
          <a:xfrm>
            <a:off x="9272016" y="278892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→ Catégorie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72016" y="3291840"/>
            <a:ext cx="25603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 recommandé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 modèle IA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 d'usage concret qui couvre tout le cycle d'un projet 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394960" cy="5230368"/>
          </a:xfrm>
          <a:prstGeom prst="rect">
            <a:avLst>
              <a:gd name="adj" fmla="val 2098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du sujet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64792"/>
            <a:ext cx="4937760" cy="4453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secteur de la restauration 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richement en données mais rarement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exploité par l'IA.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: et si un restaurant pouvait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auomatiquement suggérer un plat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adapté à chaque client, chaque jour 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 de carte à lire entièrement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Suggestion personnalisée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Basée sur des données réelles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Réponse en moins d'1 seconde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89320" y="1170432"/>
            <a:ext cx="5742432" cy="2514600"/>
          </a:xfrm>
          <a:prstGeom prst="rect">
            <a:avLst>
              <a:gd name="adj" fmla="val 4364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371600"/>
            <a:ext cx="5285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pédagogique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1764792"/>
            <a:ext cx="528523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couvre l'intégralité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cycle de vie d'un projet IA 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→ Nettoyage → Modèle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→ Interface utilisateur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= une présentation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soutenance distincte.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3794760"/>
            <a:ext cx="5742432" cy="2606040"/>
          </a:xfrm>
          <a:prstGeom prst="rect">
            <a:avLst>
              <a:gd name="adj" fmla="val 4211"/>
            </a:avLst>
          </a:prstGeom>
          <a:solidFill>
            <a:srgbClr val="DCE3E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95928"/>
            <a:ext cx="5285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seul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389120"/>
            <a:ext cx="528523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individuel 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Toutes les décisions techniques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ont été prises par l'étudiant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Suivi régulier avec l'encadrant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pour valider les orientations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Livrable complet et fonctionnel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/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utilisés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Une stack complète — Python · Flask · scikit-learn · HTML/JS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Des outils open source, professionnels et adaptés au projet 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Chaque outil a été choisi pour une raison précise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utilisés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complète du projet — de la donnée à l'interface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687568" cy="1234440"/>
          </a:xfrm>
          <a:prstGeom prst="rect">
            <a:avLst>
              <a:gd name="adj" fmla="val 8889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384048" cy="1234440"/>
          </a:xfrm>
          <a:prstGeom prst="rect">
            <a:avLst>
              <a:gd name="adj" fmla="val 19048"/>
            </a:avLst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350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176479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 de tout le projet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27648" y="1170432"/>
            <a:ext cx="5687568" cy="1234440"/>
          </a:xfrm>
          <a:prstGeom prst="rect">
            <a:avLst>
              <a:gd name="adj" fmla="val 8889"/>
            </a:avLst>
          </a:prstGeom>
          <a:solidFill>
            <a:srgbClr val="EB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7648" y="1170432"/>
            <a:ext cx="384048" cy="1234440"/>
          </a:xfrm>
          <a:prstGeom prst="rect">
            <a:avLst>
              <a:gd name="adj" fmla="val 19048"/>
            </a:avLst>
          </a:prstGeom>
          <a:solidFill>
            <a:srgbClr val="3A7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30568" y="13350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30568" y="176479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et manipulation des données CSV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5687568" cy="1234440"/>
          </a:xfrm>
          <a:prstGeom prst="rect">
            <a:avLst>
              <a:gd name="adj" fmla="val 8889"/>
            </a:avLst>
          </a:prstGeom>
          <a:solidFill>
            <a:srgbClr val="E8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23744"/>
            <a:ext cx="384048" cy="1234440"/>
          </a:xfrm>
          <a:prstGeom prst="rect">
            <a:avLst>
              <a:gd name="adj" fmla="val 19048"/>
            </a:avLst>
          </a:prstGeom>
          <a:solidFill>
            <a:srgbClr val="8064A2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6883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118104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du modèle Random Forest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27648" y="2523744"/>
            <a:ext cx="5687568" cy="1234440"/>
          </a:xfrm>
          <a:prstGeom prst="rect">
            <a:avLst>
              <a:gd name="adj" fmla="val 8889"/>
            </a:avLst>
          </a:prstGeom>
          <a:solidFill>
            <a:srgbClr val="EB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2523744"/>
            <a:ext cx="384048" cy="1234440"/>
          </a:xfrm>
          <a:prstGeom prst="rect">
            <a:avLst>
              <a:gd name="adj" fmla="val 19048"/>
            </a:avLst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6830568" y="26883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30568" y="3118104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l'API REST (10 endpoints)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77056"/>
            <a:ext cx="5687568" cy="1234440"/>
          </a:xfrm>
          <a:prstGeom prst="rect">
            <a:avLst>
              <a:gd name="adj" fmla="val 8889"/>
            </a:avLst>
          </a:prstGeom>
          <a:solidFill>
            <a:srgbClr val="E8F7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877056"/>
            <a:ext cx="384048" cy="1234440"/>
          </a:xfrm>
          <a:prstGeom prst="rect">
            <a:avLst>
              <a:gd name="adj" fmla="val 19048"/>
            </a:avLst>
          </a:prstGeom>
          <a:solidFill>
            <a:srgbClr val="27AE60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041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0120" y="4471416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(7 pages) en Vanilla JS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27648" y="3877056"/>
            <a:ext cx="5687568" cy="1234440"/>
          </a:xfrm>
          <a:prstGeom prst="rect">
            <a:avLst>
              <a:gd name="adj" fmla="val 8889"/>
            </a:avLst>
          </a:prstGeom>
          <a:solidFill>
            <a:srgbClr val="EBF2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327648" y="3877056"/>
            <a:ext cx="384048" cy="1234440"/>
          </a:xfrm>
          <a:prstGeom prst="rect">
            <a:avLst>
              <a:gd name="adj" fmla="val 19048"/>
            </a:avLst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6830568" y="4041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30568" y="4471416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 automatisés (API + ML + erreurs)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230368"/>
            <a:ext cx="5687568" cy="1234440"/>
          </a:xfrm>
          <a:prstGeom prst="rect">
            <a:avLst>
              <a:gd name="adj" fmla="val 8889"/>
            </a:avLst>
          </a:prstGeom>
          <a:solidFill>
            <a:srgbClr val="E8F7F6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5230368"/>
            <a:ext cx="384048" cy="1234440"/>
          </a:xfrm>
          <a:prstGeom prst="rect">
            <a:avLst>
              <a:gd name="adj" fmla="val 19048"/>
            </a:avLst>
          </a:prstGeom>
          <a:solidFill>
            <a:srgbClr val="12B8B0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394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0120" y="582472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et déploiement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27648" y="5230368"/>
            <a:ext cx="5687568" cy="1234440"/>
          </a:xfrm>
          <a:prstGeom prst="rect">
            <a:avLst>
              <a:gd name="adj" fmla="val 8889"/>
            </a:avLst>
          </a:prstGeom>
          <a:solidFill>
            <a:srgbClr val="EBF2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327648" y="5230368"/>
            <a:ext cx="384048" cy="1234440"/>
          </a:xfrm>
          <a:prstGeom prst="rect">
            <a:avLst>
              <a:gd name="adj" fmla="val 19048"/>
            </a:avLst>
          </a:prstGeom>
          <a:solidFill>
            <a:srgbClr val="3A7E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30568" y="5394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30568" y="582472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et CI/CD (Actions)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couches — données · traitement · interface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11274552" cy="1627632"/>
          </a:xfrm>
          <a:prstGeom prst="rect">
            <a:avLst>
              <a:gd name="adj" fmla="val 6742"/>
            </a:avLst>
          </a:prstGeom>
          <a:solidFill>
            <a:srgbClr val="DCE3E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1371600" cy="1627632"/>
          </a:xfrm>
          <a:prstGeom prst="rect">
            <a:avLst>
              <a:gd name="adj" fmla="val 5333"/>
            </a:avLst>
          </a:prstGeom>
          <a:solidFill>
            <a:srgbClr val="12B8B0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1170432"/>
            <a:ext cx="320040" cy="162763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6187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47672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JSON · Pickle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20240" y="1581912"/>
            <a:ext cx="9601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fichiers CSV bruts → ETL → modèle .pkl · products_db.json · reviews.json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2798064"/>
            <a:ext cx="301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1274552" cy="1627632"/>
          </a:xfrm>
          <a:prstGeom prst="rect">
            <a:avLst>
              <a:gd name="adj" fmla="val 6742"/>
            </a:avLst>
          </a:prstGeom>
          <a:solidFill>
            <a:srgbClr val="E8F7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26080"/>
            <a:ext cx="1371600" cy="1627632"/>
          </a:xfrm>
          <a:prstGeom prst="rect">
            <a:avLst>
              <a:gd name="adj" fmla="val 5333"/>
            </a:avLst>
          </a:prstGeom>
          <a:solidFill>
            <a:srgbClr val="12B8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463040" y="2926080"/>
            <a:ext cx="320040" cy="162763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01752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3337560"/>
            <a:ext cx="9601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Flask 10 endpoints · Random Forest 90.52% · Blueprint · CORS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4553712"/>
            <a:ext cx="301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681728"/>
            <a:ext cx="11274552" cy="1627632"/>
          </a:xfrm>
          <a:prstGeom prst="rect">
            <a:avLst>
              <a:gd name="adj" fmla="val 6742"/>
            </a:avLst>
          </a:prstGeom>
          <a:solidFill>
            <a:srgbClr val="EBF2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4681728"/>
            <a:ext cx="1371600" cy="1627632"/>
          </a:xfrm>
          <a:prstGeom prst="rect">
            <a:avLst>
              <a:gd name="adj" fmla="val 5333"/>
            </a:avLst>
          </a:prstGeom>
          <a:solidFill>
            <a:srgbClr val="12B8B0"/>
          </a:solidFill>
          <a:ln/>
        </p:spPr>
      </p:sp>
      <p:sp>
        <p:nvSpPr>
          <p:cNvPr id="23" name="Shape 21"/>
          <p:cNvSpPr/>
          <p:nvPr/>
        </p:nvSpPr>
        <p:spPr>
          <a:xfrm>
            <a:off x="1463040" y="4681728"/>
            <a:ext cx="320040" cy="162763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773168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5458968"/>
            <a:ext cx="1325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0240" y="5093208"/>
            <a:ext cx="96012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7 pages · Recommandations IA · Panier · Commande · Avis clients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685800"/>
            <a:ext cx="2560320" cy="64008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2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/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27455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chiffres clés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3657600" cy="54864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Les grands indicateurs du projet réalisé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Chaque chiffre sera détaillé dans sa présentation dédiée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968496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Une réalisation complète et mesurable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 du projet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complet — de la donnée à l'interface utilisateur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3520440" cy="1463040"/>
          </a:xfrm>
          <a:prstGeom prst="rect">
            <a:avLst>
              <a:gd name="adj" fmla="val 7500"/>
            </a:avLst>
          </a:prstGeom>
          <a:solidFill>
            <a:srgbClr val="E8F7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43584"/>
            <a:ext cx="3520440" cy="848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90.52%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66928" y="2077517"/>
            <a:ext cx="3300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51376" y="1170432"/>
            <a:ext cx="3520440" cy="1463040"/>
          </a:xfrm>
          <a:prstGeom prst="rect">
            <a:avLst>
              <a:gd name="adj" fmla="val 7500"/>
            </a:avLst>
          </a:prstGeom>
          <a:solidFill>
            <a:srgbClr val="EBF2FF"/>
          </a:solidFill>
          <a:ln/>
        </p:spPr>
      </p:sp>
      <p:sp>
        <p:nvSpPr>
          <p:cNvPr id="11" name="Text 9"/>
          <p:cNvSpPr/>
          <p:nvPr/>
        </p:nvSpPr>
        <p:spPr>
          <a:xfrm>
            <a:off x="4151376" y="1243584"/>
            <a:ext cx="3520440" cy="848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1 028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261104" y="2077517"/>
            <a:ext cx="3300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analysées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45552" y="1170432"/>
            <a:ext cx="3520440" cy="1463040"/>
          </a:xfrm>
          <a:prstGeom prst="rect">
            <a:avLst>
              <a:gd name="adj" fmla="val 7500"/>
            </a:avLst>
          </a:prstGeom>
          <a:solidFill>
            <a:srgbClr val="E8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7845552" y="1243584"/>
            <a:ext cx="3520440" cy="848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955280" y="2077517"/>
            <a:ext cx="3300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Flask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16352"/>
            <a:ext cx="3520440" cy="1463040"/>
          </a:xfrm>
          <a:prstGeom prst="rect">
            <a:avLst>
              <a:gd name="adj" fmla="val 7500"/>
            </a:avLst>
          </a:prstGeom>
          <a:solidFill>
            <a:srgbClr val="EB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89504"/>
            <a:ext cx="3520440" cy="848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566928" y="3723437"/>
            <a:ext cx="3300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l'interface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151376" y="2816352"/>
            <a:ext cx="3520440" cy="1463040"/>
          </a:xfrm>
          <a:prstGeom prst="rect">
            <a:avLst>
              <a:gd name="adj" fmla="val 7500"/>
            </a:avLst>
          </a:prstGeom>
          <a:solidFill>
            <a:srgbClr val="E8F7F6"/>
          </a:solidFill>
          <a:ln/>
        </p:spPr>
      </p:sp>
      <p:sp>
        <p:nvSpPr>
          <p:cNvPr id="20" name="Text 18"/>
          <p:cNvSpPr/>
          <p:nvPr/>
        </p:nvSpPr>
        <p:spPr>
          <a:xfrm>
            <a:off x="4151376" y="2889504"/>
            <a:ext cx="3520440" cy="848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261104" y="3723437"/>
            <a:ext cx="3300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45552" y="2816352"/>
            <a:ext cx="3520440" cy="1463040"/>
          </a:xfrm>
          <a:prstGeom prst="rect">
            <a:avLst>
              <a:gd name="adj" fmla="val 7500"/>
            </a:avLst>
          </a:prstGeom>
          <a:solidFill>
            <a:srgbClr val="EB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7845552" y="2889504"/>
            <a:ext cx="3520440" cy="848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7955280" y="3723437"/>
            <a:ext cx="33009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(temp · budget · mois · jour)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11274552" cy="2240280"/>
          </a:xfrm>
          <a:prstGeom prst="rect">
            <a:avLst>
              <a:gd name="adj" fmla="val 4898"/>
            </a:avLst>
          </a:prstGeom>
          <a:solidFill>
            <a:srgbClr val="DCE3E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4805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démontre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4919472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 étudiant seul peut réaliser un pipeline IA complet — de la donnée brute à l'application web finale.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39496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Les outils open source (Python · Flask · scikit-learn · JS) suffisent pour construire un système IA professionnel.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870448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 suivi encadrant régulier garantit la qualité des choix techniques et la cohérence du projet.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2B8B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de l'introduction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Bon Plat — un projet individuel, complet et fonctionnel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75720" y="660196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5486400" cy="2651760"/>
          </a:xfrm>
          <a:prstGeom prst="rect">
            <a:avLst>
              <a:gd name="adj" fmla="val 4138"/>
            </a:avLst>
          </a:prstGeom>
          <a:solidFill>
            <a:srgbClr val="E8F7F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170432"/>
            <a:ext cx="457200" cy="2651760"/>
          </a:xfrm>
          <a:prstGeom prst="rect">
            <a:avLst>
              <a:gd name="adj" fmla="val 16000"/>
            </a:avLst>
          </a:prstGeom>
          <a:solidFill>
            <a:srgbClr val="12B8B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3533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76479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fictif IA · recommandations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automatiques par météo + budget + jour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livrable de A à 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7648" y="1170432"/>
            <a:ext cx="5486400" cy="2651760"/>
          </a:xfrm>
          <a:prstGeom prst="rect">
            <a:avLst>
              <a:gd name="adj" fmla="val 4138"/>
            </a:avLst>
          </a:prstGeom>
          <a:solidFill>
            <a:srgbClr val="EB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7648" y="1170432"/>
            <a:ext cx="457200" cy="2651760"/>
          </a:xfrm>
          <a:prstGeom prst="rect">
            <a:avLst>
              <a:gd name="adj" fmla="val 16000"/>
            </a:avLst>
          </a:prstGeom>
          <a:solidFill>
            <a:srgbClr val="3A7EFF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13533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démarche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22008" y="176479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individuel encadré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décisions prises par l'étudiant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Validées avec l'encadrant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5486400" cy="2651760"/>
          </a:xfrm>
          <a:prstGeom prst="rect">
            <a:avLst>
              <a:gd name="adj" fmla="val 4138"/>
            </a:avLst>
          </a:prstGeom>
          <a:solidFill>
            <a:srgbClr val="E8F7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959352"/>
            <a:ext cx="457200" cy="2651760"/>
          </a:xfrm>
          <a:prstGeom prst="rect">
            <a:avLst>
              <a:gd name="adj" fmla="val 16000"/>
            </a:avLst>
          </a:prstGeom>
          <a:solidFill>
            <a:srgbClr val="12B8B0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422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55371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Flask · scikit-learn · pandas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 · Docker · Git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professionnelle open source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7648" y="3959352"/>
            <a:ext cx="5486400" cy="2651760"/>
          </a:xfrm>
          <a:prstGeom prst="rect">
            <a:avLst>
              <a:gd name="adj" fmla="val 4138"/>
            </a:avLst>
          </a:prstGeom>
          <a:solidFill>
            <a:srgbClr val="EBF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327648" y="3959352"/>
            <a:ext cx="457200" cy="2651760"/>
          </a:xfrm>
          <a:prstGeom prst="rect">
            <a:avLst>
              <a:gd name="adj" fmla="val 16000"/>
            </a:avLst>
          </a:prstGeom>
          <a:solidFill>
            <a:srgbClr val="3A7EFF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008" y="41422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22008" y="4553712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présentations détaillées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→ ML → API → Application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expliquée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2026-09-05T13:24:48Z</dcterms:created>
  <dcterms:modified xsi:type="dcterms:W3CDTF">2026-09-05T13:24:48Z</dcterms:modified>
</cp:coreProperties>
</file>