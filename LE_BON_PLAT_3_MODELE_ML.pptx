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Aptos Display"/>
              </a:defRPr>
            </a:pPr>
            <a:r>
              <a:t>MODÈLE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7E4F1"/>
                </a:solidFill>
                <a:latin typeface="Aptos"/>
              </a:defRPr>
            </a:pPr>
            <a:r>
              <a:t>Naive Bayes • 6 catégories • 62.4% accuracy •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7E4F1"/>
                </a:solidFill>
                <a:latin typeface="Aptos"/>
              </a:defRPr>
            </a:pPr>
            <a:r>
              <a:t>Le Bon Plat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PARTIE 1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Contexte &amp; besoin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97280" cy="36576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Objectif: Classifier plats selon contexte (jour, temp, budget)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Défi: 1 028 commandes, 6 catégories déséquilibrées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Solution: Naive Bayes entraîné et optimisé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PARTIE 2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Collecte &amp; préparation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97280" cy="36576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4 features: jour_semaine, temperature_c, budget, prix_concurrence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Dataset train/test: 823/205 (80/20 split)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Encodage: jour 7 valeurs, target 6 classes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PARTIE 3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Entraînement &amp; tuning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97280" cy="36576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Algorithme: Naive Bayes (rapide, interprétable)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Paramètres optimisés: threshold 0.55 pour confiance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Training time: 0.35 secondes (très rapide)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PARTIE 4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Performance du modèle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97280" cy="36576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Accuracy global: 62.4% (acceptable pour MVP)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Meilleur: Plat_du_jour 87.5%, Dessert 85.7%, Grill 82.4%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Défis: Menu_Enfant 0%, Vegetarien 23.8%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PARTIE 5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Optimisation &amp; amélioration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97280" cy="36576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Augmentation données synthétiques pour classes faibles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Feature engineering (interaction budget × jour)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Sauvegarde modèle en .pkl pour réutilisation rapide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PARTIE 6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Validation &amp; bilan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97280" cy="36576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Vérifier performance sur test set (62.4% accuracy confirmée)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Montrer confusion matrix par catégorie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Conclure: Modèle prêt pour production avec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