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Aptos Display"/>
              </a:defRPr>
            </a:pPr>
            <a:r>
              <a:t>API &amp; SERVICE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D7E4F1"/>
                </a:solidFill>
                <a:latin typeface="Aptos"/>
              </a:defRPr>
            </a:pPr>
            <a:r>
              <a:t>Flask REST API • Endpoints • Validation •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4F1"/>
                </a:solidFill>
                <a:latin typeface="Aptos"/>
              </a:defRPr>
            </a:pPr>
            <a:r>
              <a:t>Le Bon Plat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1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Architecture &amp; besoin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Nécessité d'une API REST pour exposer le modèle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Problématique: Intégrer ML dans une application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Solution: Flask avec endpoints validés et loggés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2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Installation &amp;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Setup Python 3.9+, Flask, Scikit-learn, Pandas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Configuration endpoints POST /api/recommend, GET /api/menu, etc.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Activation CORS pour communication frontend-backend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3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Service d'IA opérationnel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7 endpoints opérationnels avec validation input stricte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Prédictions &lt; 100ms par requête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Format JSON standardisé (request/response)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4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Stockage &amp; persistence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Chargement du modèle Random Forest au démarrage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Label encoder pour 6 catégories en cache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SQLite pour historique commandes &amp; avis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5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Mise à disposition sécurisée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Validation stricte des types et ranges d'input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Error handling et HTTP status codes appropriés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Logging structuré de toutes les requêtes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PARTIE 6 /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Validation &amp; bilan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7280" cy="36576"/>
          </a:xfrm>
          <a:prstGeom prst="rect">
            <a:avLst/>
          </a:prstGeom>
          <a:solidFill>
            <a:srgbClr val="12B8B0"/>
          </a:solidFill>
          <a:ln>
            <a:solidFill>
              <a:srgbClr val="12B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Vérifier tous les endpoints (200 OK sur tests)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718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Montrer les preuves: logs, timing,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ptos"/>
              </a:defRPr>
            </a:pPr>
            <a:r>
              <a:t>• Conclure sur la robustesse du service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484632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