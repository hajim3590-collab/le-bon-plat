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APPLICATION COMPLÈTE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D7E4F1"/>
                </a:solidFill>
              </a:defRPr>
            </a:pPr>
            <a:r>
              <a:t>Frontend • Backend • Docker •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Frontend: HTML/CSS/JS (SPA)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Backend: Python Flask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Database: SQLite (persistence)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Infrastructure: Docker + Render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Frontend - Parcours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1. Accueil: Saisir jour, température,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2. Recommandation: Afficher catégorie prédite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3. Menu: Voir plats de la catégorie recommandée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4. Panier &amp; Paiement: Simulé (aucune vraie carte)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Screens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Page 1: Formulaire contexte (jour, temp, budget)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Page 2: Résultat recommandation avec alternatives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Page 3: Menu complet avec filtres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Page 4: Panier + checkout simulé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Backend Flask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Framework: Flask 2.0+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Routes: 7 endpoints (POST/GET)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Middleware: CORS, logging,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Database: SQLite pour commandes &amp; avis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Endpoints API Détail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POST /api/recommend: Prédiction (42.3ms avg)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GET /api/menu: 20 plats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POST /api/orders: Créer commande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GET /api/metrics: Accuracy 62.4%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orders: id, date, plats, prix_total, paiement_method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reviews: id, rating (1-5), comment,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users: id (optional), email 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Indices: sur date, rating pour perfs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Docker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Frontend: Nginx container (port 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Backend: Flask container (port 8000)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Network: Bridge pour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Volumes: Persistance DB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docker-compose.yml: 2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Frontend: image nginx:latest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Backend: build from 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One command: docker-compose up --build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Déploiement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Plateforme: Render.com (PaaS)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Triggers: Git push → auto-deploy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Build: Render lance Docker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Deploy: Container lancé sur serveur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Monitoring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Logs: Render streaming logs (24h retention)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Metrics: CPU, Memory, Requests/sec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Uptime: SLA 99.5%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Alerts: Email si error rate &gt; 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Journey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Client visite https://le-bon-plat.onrender.com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Remplit formulaire (jour, 18°, budget 15€)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API recommande Plat_du_jour (87.5% confiance)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Affiche menu, choisit, panier, checkout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Tests &amp;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23 tests total: unit + integration +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Pytest suite: 22 tests passe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Coverage: 85%+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CI/CD: GitHub Actions test avant deploy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Problèmes Rencontrés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CORS bloquait frontend local → Allow en 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Model load time (500ms) → Précharge au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⚠️ SQLite concurrency → WAL mode activé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Tous résolus avec tests complets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Finale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API latency: 42.3ms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Uptime: 99.5%+ (Render SLA)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Model accuracy: 62.4% (live)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Disponibilité: 24/7 en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1B2A"/>
          </a:solidFill>
          <a:ln>
            <a:solidFill>
              <a:srgbClr val="0E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Pipeline ML end-to-end réalisée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API production-ready avec 7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Frontend SPA responsive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• ✅ Déployé sur Render, 24/7 accessible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