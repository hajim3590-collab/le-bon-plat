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ptos Display"/>
              </a:defRPr>
            </a:pPr>
            <a:r>
              <a:t>APPLICATION COMPLÈTE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7E4F1"/>
                </a:solidFill>
                <a:latin typeface="Aptos"/>
              </a:defRPr>
            </a:pPr>
            <a:r>
              <a:t>Frontend • Backend • Docker •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7E4F1"/>
                </a:solidFill>
                <a:latin typeface="Aptos"/>
              </a:defRPr>
            </a:pPr>
            <a:r>
              <a:t>Le Bon Plat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1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Architecture globale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Stack: Frontend HTML/CSS/JS + Backend Flask + ML Sklearn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Objective: Application end-to-end from data to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Challenges: Performance, scalability,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2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Collecte &amp; intégration 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Frontend SPA: Formulaire saisie (jour, temp, budget)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UI affichage menu + panier + feedback utilisateur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Integration avec API via HTTP POST/GET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3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Service applicatif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Flask orchestration: routes, middleware, logging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5 composants: API, ML, Data, Auth,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Dockerisation: Flask port 8000 + Nginx port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4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Stockage &amp; données persistantes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SQLite database: commandes, avis, utilisateurs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Modèles ML cachés en mémoire (&lt; 5MB)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Logs archivés sur Render pour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5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Déploiement &amp; disponibilité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Docker Compose local: 2 services (frontend + backend)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Render Cloud: auto-scaling, HTTPS, monitoring intégré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CI/CD: GitHub Actions teste puis déploie automatiquement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6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Validation &amp; bilan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Vérifier accessibilité: https://le-bon-plat.onrender.com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Montrer: user journey (5 étapes), perf metrics (&lt; 100ms)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Conclure: Application ML en production, 24/7 observable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