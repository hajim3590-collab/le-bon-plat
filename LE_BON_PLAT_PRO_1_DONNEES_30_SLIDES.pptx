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DONNÉES &amp; 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7E4F1"/>
                </a:solidFill>
              </a:defRPr>
            </a:pPr>
            <a:r>
              <a:t>Extraction • Nettoyage • Transformation •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Contexte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Domaine: Système de recommandation IA pour restaurants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Objectif: Recommander des catégories de plats selon 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Data: 1 028 commandes historiques sur 6 mois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Challenge: Fusionner 8 sources hétérogènes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Les 8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1. Historique des ventes (1 028 records)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2. Prix concurrents (12 restaurants)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3. Données météo (365 jours)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4-6. 3 menus (site web, DB, fournisseur)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7. Avis clients (300+ commentaires)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8. Statistiques ventes (tendances)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Extraction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Extract ventes: date, jour_semaine, temperature_c, budget,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Extract météo: temperature_c, humidité, vitesse_vent par jour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Extract concurrence: prix moyen par plat et restaurant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Extract menus: fusion des 3 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Problèmes Détectés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Doublons: 3 plats présents dans 2-3 menus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Valeurs manquantes: 2.1% (nettoyage possible)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Formats différents: dates en 3 formats différents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Incohérences: prix concurrence incomplète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Nettoyage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Suppression doublons menu (gain: 1 record)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Standardisation dates (ISO 8601)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Normalisation budgets (€)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Validation types (numériques vs texte)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Fusion des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JOIN ventes + météo sur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JOIN menu de 3 sources avec déduplication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Agrégation concurrence (prix moyen)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Résultat: dataset cohérent 1 028 x 5 colonnes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Encodage jour_semaine: Lun(0) → Dim(6)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Normalisation température: -10°C à +40°C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Budget: 8€ à 25€ (2 décimales)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Catégories: 6 classes (Grill, Plat_du_jour, etc.)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Validation du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Total records: 1 028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Features: 5 colonnes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Valeurs manquantes: 0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Types correctes: 100% 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Dataset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Structure: date | jour | température | budget | catégorie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Distribution: Grill 19.3%, Plat 24.5%, Dessert 16%, Entrée 18.9%, Vegé 13%, Enfant 8.2%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Qualité: 100% validé, 0% manquant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Prêt pour: Machine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Problèmes Rencontrés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⚠️ Menu_Enfant mal nommé dans source 1 → Correction manuelle + ajout règle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⚠️ Dates manquantes pour 3 jours → Interpolation température basée jour de semaine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⚠️ Prix concurrence incomplet → Utilisation moyenne par catégorie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✅ Tous les problèmes résolus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