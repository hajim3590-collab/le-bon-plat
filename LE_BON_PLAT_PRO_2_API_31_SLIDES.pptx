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API &amp; SERVICE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7E4F1"/>
                </a:solidFill>
              </a:defRPr>
            </a:pPr>
            <a:r>
              <a:t>Flask REST • Endpoints • Validation •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Framework: Flask 2.0+ (Python web framework)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Port: 8000 (dev) | Production sur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Format: JSON (request/response)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7 endpoints opérationnels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Endpoint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POST /api/recommend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Input: {jour_semaine, temperature_c, budget}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Output: {category, confidence, alternatives}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Latence: &lt; 100ms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Autres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GET /api/menu → Liste complète des plats (20)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POST /api/orders → Créer une commande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GET /api/metrics → Performance du modèle (62.4% accuracy)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GET /api/stats → Plats populaires, 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Validation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Type check: jour_semaine (string), temperature_c (float), budget (float)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Range check: jour 0-6, temp -10 à +40, budget 8-25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CORS enabled pour communication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Error handling: 400 Bad Request avec message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Logging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Chaque requête loggée: timestamp, endpoint, input,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Performance tracking: latence par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Error tracking: stack traces, status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Dashboard Render: métriques 24/7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Exemple Request/Response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REQUEST: {jour:'Ven', temperature_c:18.5, budget:15.00}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PROCESSING: Validation ✓ → Model predict → Output 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RESPONSE: {category:'Plat_du_jour', confidence:0.875, status:'success'}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TIME: 42.3ms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Sécurité &amp; CORS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Cross-Origin Resource Sharing activé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Input validation stricte (types, ranges)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Error messages sans sensible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Rate limiting: future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Average latency: 42.3ms (target: &lt; 100ms)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Peak: 87.2ms (spike + model loading)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Min: 28.1ms (cached predictions)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Uptime: 99.5% (Render SLA)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Intégration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SPA fait HTTP POST à /api/recommend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Affiche résultat en temps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Recompose le menu selon catégorie recommandée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Permet client de changer de catégorie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Problèmes Rencontrés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CORS bloquait frontend local → Enable '*' en dev, restreint en prod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Model load time (500ms au démarrage) → Précharge au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JSON encoding datetime → Format ISO 8601 systématique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Tous résolus avec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